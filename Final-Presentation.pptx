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2" r:id="rId7"/>
    <p:sldId id="261" r:id="rId8"/>
    <p:sldId id="265" r:id="rId9"/>
    <p:sldId id="263" r:id="rId10"/>
    <p:sldId id="264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712" autoAdjust="0"/>
    <p:restoredTop sz="94660"/>
  </p:normalViewPr>
  <p:slideViewPr>
    <p:cSldViewPr snapToGrid="0">
      <p:cViewPr varScale="1">
        <p:scale>
          <a:sx n="51" d="100"/>
          <a:sy n="51" d="100"/>
        </p:scale>
        <p:origin x="1152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 Gnandt" userId="9098d253666265ea" providerId="LiveId" clId="{BE1BF0AD-01C9-4F9E-B666-8C6372287474}"/>
    <pc:docChg chg="custSel addSld modSld sldOrd">
      <pc:chgData name="Andre Gnandt" userId="9098d253666265ea" providerId="LiveId" clId="{BE1BF0AD-01C9-4F9E-B666-8C6372287474}" dt="2026-02-05T18:11:01.600" v="900" actId="1076"/>
      <pc:docMkLst>
        <pc:docMk/>
      </pc:docMkLst>
      <pc:sldChg chg="addSp delSp modSp mod">
        <pc:chgData name="Andre Gnandt" userId="9098d253666265ea" providerId="LiveId" clId="{BE1BF0AD-01C9-4F9E-B666-8C6372287474}" dt="2026-02-05T04:39:04.694" v="81" actId="1076"/>
        <pc:sldMkLst>
          <pc:docMk/>
          <pc:sldMk cId="3869174505" sldId="256"/>
        </pc:sldMkLst>
        <pc:spChg chg="mod">
          <ac:chgData name="Andre Gnandt" userId="9098d253666265ea" providerId="LiveId" clId="{BE1BF0AD-01C9-4F9E-B666-8C6372287474}" dt="2026-02-05T04:39:00.251" v="79" actId="14100"/>
          <ac:spMkLst>
            <pc:docMk/>
            <pc:sldMk cId="3869174505" sldId="256"/>
            <ac:spMk id="2" creationId="{FE2BAC30-0118-C89F-9457-32A899D455B7}"/>
          </ac:spMkLst>
        </pc:spChg>
        <pc:spChg chg="del">
          <ac:chgData name="Andre Gnandt" userId="9098d253666265ea" providerId="LiveId" clId="{BE1BF0AD-01C9-4F9E-B666-8C6372287474}" dt="2026-02-05T04:38:37.693" v="76" actId="21"/>
          <ac:spMkLst>
            <pc:docMk/>
            <pc:sldMk cId="3869174505" sldId="256"/>
            <ac:spMk id="3" creationId="{448FD346-06AF-E1B4-C674-2657735E9963}"/>
          </ac:spMkLst>
        </pc:spChg>
        <pc:picChg chg="add mod">
          <ac:chgData name="Andre Gnandt" userId="9098d253666265ea" providerId="LiveId" clId="{BE1BF0AD-01C9-4F9E-B666-8C6372287474}" dt="2026-02-05T04:39:04.694" v="81" actId="1076"/>
          <ac:picMkLst>
            <pc:docMk/>
            <pc:sldMk cId="3869174505" sldId="256"/>
            <ac:picMk id="5" creationId="{0E0DFD88-8FC7-93D8-BA3C-BB176488DC93}"/>
          </ac:picMkLst>
        </pc:picChg>
      </pc:sldChg>
      <pc:sldChg chg="add ord">
        <pc:chgData name="Andre Gnandt" userId="9098d253666265ea" providerId="LiveId" clId="{BE1BF0AD-01C9-4F9E-B666-8C6372287474}" dt="2026-02-05T04:37:50.030" v="2"/>
        <pc:sldMkLst>
          <pc:docMk/>
          <pc:sldMk cId="1246740831" sldId="257"/>
        </pc:sldMkLst>
      </pc:sldChg>
      <pc:sldChg chg="addSp delSp modSp new mod">
        <pc:chgData name="Andre Gnandt" userId="9098d253666265ea" providerId="LiveId" clId="{BE1BF0AD-01C9-4F9E-B666-8C6372287474}" dt="2026-02-05T04:46:17.701" v="161" actId="404"/>
        <pc:sldMkLst>
          <pc:docMk/>
          <pc:sldMk cId="1925310624" sldId="258"/>
        </pc:sldMkLst>
        <pc:spChg chg="mod">
          <ac:chgData name="Andre Gnandt" userId="9098d253666265ea" providerId="LiveId" clId="{BE1BF0AD-01C9-4F9E-B666-8C6372287474}" dt="2026-02-05T04:46:17.701" v="161" actId="404"/>
          <ac:spMkLst>
            <pc:docMk/>
            <pc:sldMk cId="1925310624" sldId="258"/>
            <ac:spMk id="2" creationId="{9FDE8ED7-07B8-59EC-2C46-2BFDFD3813A5}"/>
          </ac:spMkLst>
        </pc:spChg>
        <pc:spChg chg="del mod">
          <ac:chgData name="Andre Gnandt" userId="9098d253666265ea" providerId="LiveId" clId="{BE1BF0AD-01C9-4F9E-B666-8C6372287474}" dt="2026-02-05T04:41:09.563" v="125" actId="21"/>
          <ac:spMkLst>
            <pc:docMk/>
            <pc:sldMk cId="1925310624" sldId="258"/>
            <ac:spMk id="3" creationId="{C523CFCB-C060-CDB2-7735-3A9A67C8DBF0}"/>
          </ac:spMkLst>
        </pc:spChg>
        <pc:picChg chg="add mod">
          <ac:chgData name="Andre Gnandt" userId="9098d253666265ea" providerId="LiveId" clId="{BE1BF0AD-01C9-4F9E-B666-8C6372287474}" dt="2026-02-05T04:41:43.176" v="133" actId="14100"/>
          <ac:picMkLst>
            <pc:docMk/>
            <pc:sldMk cId="1925310624" sldId="258"/>
            <ac:picMk id="5" creationId="{A5C47618-230B-61C7-8593-7E9A443C4A64}"/>
          </ac:picMkLst>
        </pc:picChg>
      </pc:sldChg>
      <pc:sldChg chg="addSp delSp modSp new mod">
        <pc:chgData name="Andre Gnandt" userId="9098d253666265ea" providerId="LiveId" clId="{BE1BF0AD-01C9-4F9E-B666-8C6372287474}" dt="2026-02-05T04:57:59.771" v="380" actId="404"/>
        <pc:sldMkLst>
          <pc:docMk/>
          <pc:sldMk cId="1746599332" sldId="259"/>
        </pc:sldMkLst>
        <pc:spChg chg="mod">
          <ac:chgData name="Andre Gnandt" userId="9098d253666265ea" providerId="LiveId" clId="{BE1BF0AD-01C9-4F9E-B666-8C6372287474}" dt="2026-02-05T04:56:21.151" v="237" actId="1076"/>
          <ac:spMkLst>
            <pc:docMk/>
            <pc:sldMk cId="1746599332" sldId="259"/>
            <ac:spMk id="2" creationId="{C376638A-A927-FC09-3879-9B8694A18FDA}"/>
          </ac:spMkLst>
        </pc:spChg>
        <pc:spChg chg="del">
          <ac:chgData name="Andre Gnandt" userId="9098d253666265ea" providerId="LiveId" clId="{BE1BF0AD-01C9-4F9E-B666-8C6372287474}" dt="2026-02-05T04:42:02.508" v="135" actId="21"/>
          <ac:spMkLst>
            <pc:docMk/>
            <pc:sldMk cId="1746599332" sldId="259"/>
            <ac:spMk id="3" creationId="{87768CEC-887F-AA35-DAF2-8A7251F6A38C}"/>
          </ac:spMkLst>
        </pc:spChg>
        <pc:spChg chg="add mod">
          <ac:chgData name="Andre Gnandt" userId="9098d253666265ea" providerId="LiveId" clId="{BE1BF0AD-01C9-4F9E-B666-8C6372287474}" dt="2026-02-05T04:57:59.771" v="380" actId="404"/>
          <ac:spMkLst>
            <pc:docMk/>
            <pc:sldMk cId="1746599332" sldId="259"/>
            <ac:spMk id="8" creationId="{1A09A366-BAA4-E4C4-7421-6E3FD6D8F221}"/>
          </ac:spMkLst>
        </pc:spChg>
        <pc:picChg chg="add del mod">
          <ac:chgData name="Andre Gnandt" userId="9098d253666265ea" providerId="LiveId" clId="{BE1BF0AD-01C9-4F9E-B666-8C6372287474}" dt="2026-02-05T04:51:50.244" v="163" actId="21"/>
          <ac:picMkLst>
            <pc:docMk/>
            <pc:sldMk cId="1746599332" sldId="259"/>
            <ac:picMk id="5" creationId="{BAB5B118-FB09-8DEC-F68B-D8A34898EC5D}"/>
          </ac:picMkLst>
        </pc:picChg>
        <pc:picChg chg="add mod">
          <ac:chgData name="Andre Gnandt" userId="9098d253666265ea" providerId="LiveId" clId="{BE1BF0AD-01C9-4F9E-B666-8C6372287474}" dt="2026-02-05T04:56:33.625" v="239" actId="1076"/>
          <ac:picMkLst>
            <pc:docMk/>
            <pc:sldMk cId="1746599332" sldId="259"/>
            <ac:picMk id="7" creationId="{374B4707-C2B6-698F-AF77-92BC3C84BDAE}"/>
          </ac:picMkLst>
        </pc:picChg>
      </pc:sldChg>
      <pc:sldChg chg="addSp delSp modSp new mod">
        <pc:chgData name="Andre Gnandt" userId="9098d253666265ea" providerId="LiveId" clId="{BE1BF0AD-01C9-4F9E-B666-8C6372287474}" dt="2026-02-05T05:00:56.165" v="476" actId="1076"/>
        <pc:sldMkLst>
          <pc:docMk/>
          <pc:sldMk cId="2994337500" sldId="260"/>
        </pc:sldMkLst>
        <pc:spChg chg="mod">
          <ac:chgData name="Andre Gnandt" userId="9098d253666265ea" providerId="LiveId" clId="{BE1BF0AD-01C9-4F9E-B666-8C6372287474}" dt="2026-02-05T05:00:15.828" v="466" actId="1076"/>
          <ac:spMkLst>
            <pc:docMk/>
            <pc:sldMk cId="2994337500" sldId="260"/>
            <ac:spMk id="2" creationId="{2D1F7EEB-2712-9DF1-A4FB-9F55D75D8EF3}"/>
          </ac:spMkLst>
        </pc:spChg>
        <pc:spChg chg="del">
          <ac:chgData name="Andre Gnandt" userId="9098d253666265ea" providerId="LiveId" clId="{BE1BF0AD-01C9-4F9E-B666-8C6372287474}" dt="2026-02-05T04:59:36.061" v="432" actId="21"/>
          <ac:spMkLst>
            <pc:docMk/>
            <pc:sldMk cId="2994337500" sldId="260"/>
            <ac:spMk id="3" creationId="{CC677898-7B15-DE5E-55CB-9DDA59B68513}"/>
          </ac:spMkLst>
        </pc:spChg>
        <pc:spChg chg="add mod">
          <ac:chgData name="Andre Gnandt" userId="9098d253666265ea" providerId="LiveId" clId="{BE1BF0AD-01C9-4F9E-B666-8C6372287474}" dt="2026-02-05T05:00:13.025" v="465" actId="1076"/>
          <ac:spMkLst>
            <pc:docMk/>
            <pc:sldMk cId="2994337500" sldId="260"/>
            <ac:spMk id="4" creationId="{8707F6B8-675F-8598-2211-12158351B277}"/>
          </ac:spMkLst>
        </pc:spChg>
        <pc:picChg chg="add mod">
          <ac:chgData name="Andre Gnandt" userId="9098d253666265ea" providerId="LiveId" clId="{BE1BF0AD-01C9-4F9E-B666-8C6372287474}" dt="2026-02-05T05:00:56.165" v="476" actId="1076"/>
          <ac:picMkLst>
            <pc:docMk/>
            <pc:sldMk cId="2994337500" sldId="260"/>
            <ac:picMk id="6" creationId="{43C55AF8-0EC5-E18F-704E-9355285ED8A0}"/>
          </ac:picMkLst>
        </pc:picChg>
      </pc:sldChg>
      <pc:sldChg chg="addSp delSp modSp new mod">
        <pc:chgData name="Andre Gnandt" userId="9098d253666265ea" providerId="LiveId" clId="{BE1BF0AD-01C9-4F9E-B666-8C6372287474}" dt="2026-02-05T05:34:36.828" v="643" actId="1076"/>
        <pc:sldMkLst>
          <pc:docMk/>
          <pc:sldMk cId="2921211017" sldId="261"/>
        </pc:sldMkLst>
        <pc:spChg chg="mod">
          <ac:chgData name="Andre Gnandt" userId="9098d253666265ea" providerId="LiveId" clId="{BE1BF0AD-01C9-4F9E-B666-8C6372287474}" dt="2026-02-05T05:34:13.572" v="641" actId="1076"/>
          <ac:spMkLst>
            <pc:docMk/>
            <pc:sldMk cId="2921211017" sldId="261"/>
            <ac:spMk id="2" creationId="{2D77B912-614C-0A2F-96E8-137F6423C6C8}"/>
          </ac:spMkLst>
        </pc:spChg>
        <pc:spChg chg="del">
          <ac:chgData name="Andre Gnandt" userId="9098d253666265ea" providerId="LiveId" clId="{BE1BF0AD-01C9-4F9E-B666-8C6372287474}" dt="2026-02-05T05:32:05.043" v="633" actId="21"/>
          <ac:spMkLst>
            <pc:docMk/>
            <pc:sldMk cId="2921211017" sldId="261"/>
            <ac:spMk id="3" creationId="{51E59184-0569-3E5D-6E16-75F5E7C3B555}"/>
          </ac:spMkLst>
        </pc:spChg>
        <pc:picChg chg="add mod">
          <ac:chgData name="Andre Gnandt" userId="9098d253666265ea" providerId="LiveId" clId="{BE1BF0AD-01C9-4F9E-B666-8C6372287474}" dt="2026-02-05T05:34:36.828" v="643" actId="1076"/>
          <ac:picMkLst>
            <pc:docMk/>
            <pc:sldMk cId="2921211017" sldId="261"/>
            <ac:picMk id="5" creationId="{2B631C13-6044-AC05-F8C6-E4EBFE422D0D}"/>
          </ac:picMkLst>
        </pc:picChg>
      </pc:sldChg>
      <pc:sldChg chg="addSp delSp modSp new mod">
        <pc:chgData name="Andre Gnandt" userId="9098d253666265ea" providerId="LiveId" clId="{BE1BF0AD-01C9-4F9E-B666-8C6372287474}" dt="2026-02-05T05:30:48.060" v="563" actId="1076"/>
        <pc:sldMkLst>
          <pc:docMk/>
          <pc:sldMk cId="2951546353" sldId="262"/>
        </pc:sldMkLst>
        <pc:spChg chg="del mod">
          <ac:chgData name="Andre Gnandt" userId="9098d253666265ea" providerId="LiveId" clId="{BE1BF0AD-01C9-4F9E-B666-8C6372287474}" dt="2026-02-05T05:03:41.900" v="480" actId="21"/>
          <ac:spMkLst>
            <pc:docMk/>
            <pc:sldMk cId="2951546353" sldId="262"/>
            <ac:spMk id="2" creationId="{8B82D8EB-B258-3CA2-19A7-98A93236EF9C}"/>
          </ac:spMkLst>
        </pc:spChg>
        <pc:spChg chg="del">
          <ac:chgData name="Andre Gnandt" userId="9098d253666265ea" providerId="LiveId" clId="{BE1BF0AD-01C9-4F9E-B666-8C6372287474}" dt="2026-02-05T05:03:44.824" v="481" actId="21"/>
          <ac:spMkLst>
            <pc:docMk/>
            <pc:sldMk cId="2951546353" sldId="262"/>
            <ac:spMk id="3" creationId="{B763958E-7A49-521A-092E-978FF47F6521}"/>
          </ac:spMkLst>
        </pc:spChg>
        <pc:spChg chg="add mod">
          <ac:chgData name="Andre Gnandt" userId="9098d253666265ea" providerId="LiveId" clId="{BE1BF0AD-01C9-4F9E-B666-8C6372287474}" dt="2026-02-05T05:29:59.763" v="530" actId="20577"/>
          <ac:spMkLst>
            <pc:docMk/>
            <pc:sldMk cId="2951546353" sldId="262"/>
            <ac:spMk id="4" creationId="{686F039D-F82D-1FC1-0AD3-783A8DC4B062}"/>
          </ac:spMkLst>
        </pc:spChg>
        <pc:spChg chg="add del mod">
          <ac:chgData name="Andre Gnandt" userId="9098d253666265ea" providerId="LiveId" clId="{BE1BF0AD-01C9-4F9E-B666-8C6372287474}" dt="2026-02-05T05:29:13.131" v="495"/>
          <ac:spMkLst>
            <pc:docMk/>
            <pc:sldMk cId="2951546353" sldId="262"/>
            <ac:spMk id="5" creationId="{F81D2B2A-80D5-0FD6-B545-2058182DBB47}"/>
          </ac:spMkLst>
        </pc:spChg>
        <pc:picChg chg="add mod">
          <ac:chgData name="Andre Gnandt" userId="9098d253666265ea" providerId="LiveId" clId="{BE1BF0AD-01C9-4F9E-B666-8C6372287474}" dt="2026-02-05T05:30:48.060" v="563" actId="1076"/>
          <ac:picMkLst>
            <pc:docMk/>
            <pc:sldMk cId="2951546353" sldId="262"/>
            <ac:picMk id="7" creationId="{0B71A156-434C-8748-C7F8-C9D324A335F8}"/>
          </ac:picMkLst>
        </pc:picChg>
      </pc:sldChg>
      <pc:sldChg chg="addSp delSp modSp new mod">
        <pc:chgData name="Andre Gnandt" userId="9098d253666265ea" providerId="LiveId" clId="{BE1BF0AD-01C9-4F9E-B666-8C6372287474}" dt="2026-02-05T10:49:01.773" v="865" actId="14100"/>
        <pc:sldMkLst>
          <pc:docMk/>
          <pc:sldMk cId="262337260" sldId="263"/>
        </pc:sldMkLst>
        <pc:spChg chg="mod">
          <ac:chgData name="Andre Gnandt" userId="9098d253666265ea" providerId="LiveId" clId="{BE1BF0AD-01C9-4F9E-B666-8C6372287474}" dt="2026-02-05T05:34:57.484" v="676" actId="1076"/>
          <ac:spMkLst>
            <pc:docMk/>
            <pc:sldMk cId="262337260" sldId="263"/>
            <ac:spMk id="2" creationId="{B6C66640-EE20-8F3E-5D34-C65A09DBDC7A}"/>
          </ac:spMkLst>
        </pc:spChg>
        <pc:spChg chg="del mod">
          <ac:chgData name="Andre Gnandt" userId="9098d253666265ea" providerId="LiveId" clId="{BE1BF0AD-01C9-4F9E-B666-8C6372287474}" dt="2026-02-05T10:40:03.639" v="852" actId="478"/>
          <ac:spMkLst>
            <pc:docMk/>
            <pc:sldMk cId="262337260" sldId="263"/>
            <ac:spMk id="3" creationId="{F62D9FAE-46E1-139B-98E4-D16CAA68FF34}"/>
          </ac:spMkLst>
        </pc:spChg>
        <pc:picChg chg="add mod">
          <ac:chgData name="Andre Gnandt" userId="9098d253666265ea" providerId="LiveId" clId="{BE1BF0AD-01C9-4F9E-B666-8C6372287474}" dt="2026-02-05T10:49:01.773" v="865" actId="14100"/>
          <ac:picMkLst>
            <pc:docMk/>
            <pc:sldMk cId="262337260" sldId="263"/>
            <ac:picMk id="4" creationId="{B8AABC52-C18E-D9B2-6DCE-67C861869906}"/>
          </ac:picMkLst>
        </pc:picChg>
        <pc:picChg chg="add del mod">
          <ac:chgData name="Andre Gnandt" userId="9098d253666265ea" providerId="LiveId" clId="{BE1BF0AD-01C9-4F9E-B666-8C6372287474}" dt="2026-02-05T10:48:41.731" v="858" actId="478"/>
          <ac:picMkLst>
            <pc:docMk/>
            <pc:sldMk cId="262337260" sldId="263"/>
            <ac:picMk id="5" creationId="{5FF751AA-76D4-42D0-6D88-BE60BAD2F91C}"/>
          </ac:picMkLst>
        </pc:picChg>
      </pc:sldChg>
      <pc:sldChg chg="addSp delSp modSp new mod">
        <pc:chgData name="Andre Gnandt" userId="9098d253666265ea" providerId="LiveId" clId="{BE1BF0AD-01C9-4F9E-B666-8C6372287474}" dt="2026-02-05T05:36:45.200" v="702" actId="14100"/>
        <pc:sldMkLst>
          <pc:docMk/>
          <pc:sldMk cId="3615280715" sldId="264"/>
        </pc:sldMkLst>
        <pc:spChg chg="mod">
          <ac:chgData name="Andre Gnandt" userId="9098d253666265ea" providerId="LiveId" clId="{BE1BF0AD-01C9-4F9E-B666-8C6372287474}" dt="2026-02-05T05:36:14.761" v="691" actId="1076"/>
          <ac:spMkLst>
            <pc:docMk/>
            <pc:sldMk cId="3615280715" sldId="264"/>
            <ac:spMk id="2" creationId="{89FF4254-97E9-5C19-4322-A474C01A0886}"/>
          </ac:spMkLst>
        </pc:spChg>
        <pc:spChg chg="del">
          <ac:chgData name="Andre Gnandt" userId="9098d253666265ea" providerId="LiveId" clId="{BE1BF0AD-01C9-4F9E-B666-8C6372287474}" dt="2026-02-05T05:36:17.867" v="692" actId="21"/>
          <ac:spMkLst>
            <pc:docMk/>
            <pc:sldMk cId="3615280715" sldId="264"/>
            <ac:spMk id="3" creationId="{2D5BAE40-F71A-64A3-2EB2-4BF85A3C6A1D}"/>
          </ac:spMkLst>
        </pc:spChg>
        <pc:spChg chg="add del mod">
          <ac:chgData name="Andre Gnandt" userId="9098d253666265ea" providerId="LiveId" clId="{BE1BF0AD-01C9-4F9E-B666-8C6372287474}" dt="2026-02-05T05:36:27.492" v="694" actId="21"/>
          <ac:spMkLst>
            <pc:docMk/>
            <pc:sldMk cId="3615280715" sldId="264"/>
            <ac:spMk id="4" creationId="{2D5BAE40-F71A-64A3-2EB2-4BF85A3C6A1D}"/>
          </ac:spMkLst>
        </pc:spChg>
        <pc:picChg chg="add mod">
          <ac:chgData name="Andre Gnandt" userId="9098d253666265ea" providerId="LiveId" clId="{BE1BF0AD-01C9-4F9E-B666-8C6372287474}" dt="2026-02-05T05:36:45.200" v="702" actId="14100"/>
          <ac:picMkLst>
            <pc:docMk/>
            <pc:sldMk cId="3615280715" sldId="264"/>
            <ac:picMk id="6" creationId="{0D83FE64-0542-3973-3090-B0037E79F361}"/>
          </ac:picMkLst>
        </pc:picChg>
      </pc:sldChg>
      <pc:sldChg chg="addSp delSp modSp new mod">
        <pc:chgData name="Andre Gnandt" userId="9098d253666265ea" providerId="LiveId" clId="{BE1BF0AD-01C9-4F9E-B666-8C6372287474}" dt="2026-02-05T05:47:53.343" v="804" actId="1076"/>
        <pc:sldMkLst>
          <pc:docMk/>
          <pc:sldMk cId="1617830992" sldId="265"/>
        </pc:sldMkLst>
        <pc:spChg chg="mod">
          <ac:chgData name="Andre Gnandt" userId="9098d253666265ea" providerId="LiveId" clId="{BE1BF0AD-01C9-4F9E-B666-8C6372287474}" dt="2026-02-05T05:47:53.343" v="804" actId="1076"/>
          <ac:spMkLst>
            <pc:docMk/>
            <pc:sldMk cId="1617830992" sldId="265"/>
            <ac:spMk id="2" creationId="{E0E49F7F-7F98-AB97-9D87-E5A7FA14BC7B}"/>
          </ac:spMkLst>
        </pc:spChg>
        <pc:spChg chg="del">
          <ac:chgData name="Andre Gnandt" userId="9098d253666265ea" providerId="LiveId" clId="{BE1BF0AD-01C9-4F9E-B666-8C6372287474}" dt="2026-02-05T05:46:02.435" v="704" actId="21"/>
          <ac:spMkLst>
            <pc:docMk/>
            <pc:sldMk cId="1617830992" sldId="265"/>
            <ac:spMk id="3" creationId="{3D3EB581-7008-9FA1-87B4-BC4C1400C49B}"/>
          </ac:spMkLst>
        </pc:spChg>
        <pc:picChg chg="add mod">
          <ac:chgData name="Andre Gnandt" userId="9098d253666265ea" providerId="LiveId" clId="{BE1BF0AD-01C9-4F9E-B666-8C6372287474}" dt="2026-02-05T05:47:49.189" v="803" actId="14100"/>
          <ac:picMkLst>
            <pc:docMk/>
            <pc:sldMk cId="1617830992" sldId="265"/>
            <ac:picMk id="5" creationId="{21683FDE-9289-0B7E-0B07-0C3AC7DB6C53}"/>
          </ac:picMkLst>
        </pc:picChg>
      </pc:sldChg>
      <pc:sldChg chg="addSp delSp modSp new mod">
        <pc:chgData name="Andre Gnandt" userId="9098d253666265ea" providerId="LiveId" clId="{BE1BF0AD-01C9-4F9E-B666-8C6372287474}" dt="2026-02-05T05:54:17.188" v="851" actId="1076"/>
        <pc:sldMkLst>
          <pc:docMk/>
          <pc:sldMk cId="3760310858" sldId="266"/>
        </pc:sldMkLst>
        <pc:spChg chg="mod">
          <ac:chgData name="Andre Gnandt" userId="9098d253666265ea" providerId="LiveId" clId="{BE1BF0AD-01C9-4F9E-B666-8C6372287474}" dt="2026-02-05T05:48:47.144" v="839" actId="1076"/>
          <ac:spMkLst>
            <pc:docMk/>
            <pc:sldMk cId="3760310858" sldId="266"/>
            <ac:spMk id="2" creationId="{527835E5-9718-BDC4-4DD5-C1A006D7B413}"/>
          </ac:spMkLst>
        </pc:spChg>
        <pc:spChg chg="del">
          <ac:chgData name="Andre Gnandt" userId="9098d253666265ea" providerId="LiveId" clId="{BE1BF0AD-01C9-4F9E-B666-8C6372287474}" dt="2026-02-05T05:48:58.590" v="840" actId="478"/>
          <ac:spMkLst>
            <pc:docMk/>
            <pc:sldMk cId="3760310858" sldId="266"/>
            <ac:spMk id="3" creationId="{7F013A96-262F-A43E-9CA4-AF22B685F5DA}"/>
          </ac:spMkLst>
        </pc:spChg>
        <pc:picChg chg="add mod">
          <ac:chgData name="Andre Gnandt" userId="9098d253666265ea" providerId="LiveId" clId="{BE1BF0AD-01C9-4F9E-B666-8C6372287474}" dt="2026-02-05T05:54:17.188" v="851" actId="1076"/>
          <ac:picMkLst>
            <pc:docMk/>
            <pc:sldMk cId="3760310858" sldId="266"/>
            <ac:picMk id="5" creationId="{D182A918-3A3F-BE12-1DA6-7BC385333573}"/>
          </ac:picMkLst>
        </pc:picChg>
      </pc:sldChg>
      <pc:sldChg chg="addSp delSp modSp new mod">
        <pc:chgData name="Andre Gnandt" userId="9098d253666265ea" providerId="LiveId" clId="{BE1BF0AD-01C9-4F9E-B666-8C6372287474}" dt="2026-02-05T05:51:40.768" v="850" actId="1076"/>
        <pc:sldMkLst>
          <pc:docMk/>
          <pc:sldMk cId="4236420375" sldId="267"/>
        </pc:sldMkLst>
        <pc:spChg chg="del">
          <ac:chgData name="Andre Gnandt" userId="9098d253666265ea" providerId="LiveId" clId="{BE1BF0AD-01C9-4F9E-B666-8C6372287474}" dt="2026-02-05T05:50:41.278" v="845" actId="478"/>
          <ac:spMkLst>
            <pc:docMk/>
            <pc:sldMk cId="4236420375" sldId="267"/>
            <ac:spMk id="2" creationId="{CA7C69DB-1231-6316-557B-E1E70FF70973}"/>
          </ac:spMkLst>
        </pc:spChg>
        <pc:spChg chg="del">
          <ac:chgData name="Andre Gnandt" userId="9098d253666265ea" providerId="LiveId" clId="{BE1BF0AD-01C9-4F9E-B666-8C6372287474}" dt="2026-02-05T05:50:39.233" v="844" actId="478"/>
          <ac:spMkLst>
            <pc:docMk/>
            <pc:sldMk cId="4236420375" sldId="267"/>
            <ac:spMk id="3" creationId="{460EBD3F-8830-B61A-37AC-B5B0FA3CD0A0}"/>
          </ac:spMkLst>
        </pc:spChg>
        <pc:picChg chg="add mod">
          <ac:chgData name="Andre Gnandt" userId="9098d253666265ea" providerId="LiveId" clId="{BE1BF0AD-01C9-4F9E-B666-8C6372287474}" dt="2026-02-05T05:51:40.768" v="850" actId="1076"/>
          <ac:picMkLst>
            <pc:docMk/>
            <pc:sldMk cId="4236420375" sldId="267"/>
            <ac:picMk id="5" creationId="{F5A1E3C4-B228-5DE8-66C9-E097C184CF33}"/>
          </ac:picMkLst>
        </pc:picChg>
      </pc:sldChg>
      <pc:sldChg chg="delSp modSp new mod">
        <pc:chgData name="Andre Gnandt" userId="9098d253666265ea" providerId="LiveId" clId="{BE1BF0AD-01C9-4F9E-B666-8C6372287474}" dt="2026-02-05T18:11:01.600" v="900" actId="1076"/>
        <pc:sldMkLst>
          <pc:docMk/>
          <pc:sldMk cId="550647589" sldId="268"/>
        </pc:sldMkLst>
        <pc:spChg chg="mod">
          <ac:chgData name="Andre Gnandt" userId="9098d253666265ea" providerId="LiveId" clId="{BE1BF0AD-01C9-4F9E-B666-8C6372287474}" dt="2026-02-05T18:11:01.600" v="900" actId="1076"/>
          <ac:spMkLst>
            <pc:docMk/>
            <pc:sldMk cId="550647589" sldId="268"/>
            <ac:spMk id="2" creationId="{7AEBCE6C-93D1-A5FB-292A-C1B1290F6594}"/>
          </ac:spMkLst>
        </pc:spChg>
        <pc:spChg chg="del">
          <ac:chgData name="Andre Gnandt" userId="9098d253666265ea" providerId="LiveId" clId="{BE1BF0AD-01C9-4F9E-B666-8C6372287474}" dt="2026-02-05T18:10:11.932" v="885" actId="478"/>
          <ac:spMkLst>
            <pc:docMk/>
            <pc:sldMk cId="550647589" sldId="268"/>
            <ac:spMk id="3" creationId="{BF1B8A2A-B37A-CEE5-E5A1-EE476650B91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79342-6728-4E4F-135D-E352D74B84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7E7F20-F2F6-CC7B-4EEB-D2F37DB409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F4944B-367C-9E24-02A2-4936DBD21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0F7E9-5C36-45D7-B335-31C619214789}" type="datetimeFigureOut">
              <a:rPr lang="en-CA" smtClean="0"/>
              <a:t>2026-02-05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9303F2-E58F-D2AE-9E43-DF23BD98D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9CD0B4-EE30-3FF8-5AA6-003A7948D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F9F34-27EB-4AC1-B469-4C06297A7F7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17866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6090C-0BC7-C47C-8115-013BC613D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3FEA1D-3E26-3509-550F-B6F8291F89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C0C619-8367-05F6-FEF0-DA202F973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0F7E9-5C36-45D7-B335-31C619214789}" type="datetimeFigureOut">
              <a:rPr lang="en-CA" smtClean="0"/>
              <a:t>2026-02-05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E14AFF-741E-46A2-76D5-791CFB042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65C105-8811-18BE-3A53-AD77AE5EA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F9F34-27EB-4AC1-B469-4C06297A7F7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13278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25D1E-D90F-7721-BD26-2C610AE08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033BF3-3AB7-8869-F2DD-4C6185DA2D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C46D33-820D-AACE-36C3-86A44B630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0F7E9-5C36-45D7-B335-31C619214789}" type="datetimeFigureOut">
              <a:rPr lang="en-CA" smtClean="0"/>
              <a:t>2026-02-05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BC533C-89D5-240E-7983-7370508D3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2D6957-4421-B505-BFD9-46E50EF52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F9F34-27EB-4AC1-B469-4C06297A7F7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90549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514B3-9DFE-628C-1CB5-499345FB0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D5F337-25D1-ED6B-42E5-54E3A0C419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828A3B-9D8D-CAD4-0D63-DF7CA39881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539622-0A93-DC00-B002-816AF1993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0F7E9-5C36-45D7-B335-31C619214789}" type="datetimeFigureOut">
              <a:rPr lang="en-CA" smtClean="0"/>
              <a:t>2026-02-05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D8FFE0-D56F-560C-777F-7A85A2A2C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137447-B30A-8173-617D-BB664857E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F9F34-27EB-4AC1-B469-4C06297A7F7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05273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A3B85-E19C-878C-9119-3096EBE63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1EEC19-B58A-ABE8-90CC-1A7A04F7B5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119CB1-7A2B-61A8-E539-33D26B5719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F97D2F-CF61-21E5-3595-78217383A9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7256B8-33FC-EA08-6B03-8F12363FC8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030AE1-154E-03D7-E477-58DC43782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0F7E9-5C36-45D7-B335-31C619214789}" type="datetimeFigureOut">
              <a:rPr lang="en-CA" smtClean="0"/>
              <a:t>2026-02-05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BBB6DB-389C-97D8-93D2-78C4002EE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AD21A1-D1D4-FF75-474C-39EEDAAFA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F9F34-27EB-4AC1-B469-4C06297A7F7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445819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02319-605C-970A-7840-E0E26CDEC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9895E7-4E9A-4327-451B-D137B0069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0F7E9-5C36-45D7-B335-31C619214789}" type="datetimeFigureOut">
              <a:rPr lang="en-CA" smtClean="0"/>
              <a:t>2026-02-05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6EE083-42FC-F196-7443-94E60A8AF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47112D-3517-E201-97D1-463EAB4BD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F9F34-27EB-4AC1-B469-4C06297A7F7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33127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D61C0E-38DB-44C0-1BCE-531B43070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0F7E9-5C36-45D7-B335-31C619214789}" type="datetimeFigureOut">
              <a:rPr lang="en-CA" smtClean="0"/>
              <a:t>2026-02-05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7841E4-7F39-CBEE-6519-115F7C47E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A785F2-088C-41E2-5CDD-CD937472F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F9F34-27EB-4AC1-B469-4C06297A7F7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31015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E8569-0D03-C77D-488F-5B5BE4FD4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6E4080-0F27-1F45-3BBA-13326C657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9C10B6-8593-2AFA-91E0-34F55121FE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A894D9-664C-133B-C791-7EBAA3CBD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0F7E9-5C36-45D7-B335-31C619214789}" type="datetimeFigureOut">
              <a:rPr lang="en-CA" smtClean="0"/>
              <a:t>2026-02-05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9E849A-5990-BC94-0A45-506202D01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3F0416-EA76-9E99-A897-FF016B671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F9F34-27EB-4AC1-B469-4C06297A7F7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59650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DACB3-D42F-883A-267D-7655D37DC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8B73F6-3F51-87E9-7CC1-A89040C17A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19E6F8-7D0B-C227-B5E5-73506C13C4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DCE363-1932-6302-D1CC-D305D6F6D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0F7E9-5C36-45D7-B335-31C619214789}" type="datetimeFigureOut">
              <a:rPr lang="en-CA" smtClean="0"/>
              <a:t>2026-02-05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27007C-4CC6-4F3F-DAEF-A51F0BAF8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58F1CD-0042-EA4D-C632-F89DC0595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F9F34-27EB-4AC1-B469-4C06297A7F7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67471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4408A-C556-CE6D-FE6C-3CE525D68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FFC7F1-2D9D-02A6-3AED-25B36E0050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2BE8F3-7BB0-8F6B-F663-A1F36E9EA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0F7E9-5C36-45D7-B335-31C619214789}" type="datetimeFigureOut">
              <a:rPr lang="en-CA" smtClean="0"/>
              <a:t>2026-02-05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F96E4-5D00-B13B-AB53-AE391C928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C1B3AF-B2F5-ACA2-2541-1047F67B4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F9F34-27EB-4AC1-B469-4C06297A7F7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46007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2C7A94-5AD5-2240-C731-B6E172AFC8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BF481D-1EC1-A11A-FE38-AC793866B8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68D75F-385D-8F86-B0E3-634A9A48A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0F7E9-5C36-45D7-B335-31C619214789}" type="datetimeFigureOut">
              <a:rPr lang="en-CA" smtClean="0"/>
              <a:t>2026-02-05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BABC47-BAD4-94EE-9623-CD8667C59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A04A13-76B1-EC17-DB72-C21ECA9D4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F9F34-27EB-4AC1-B469-4C06297A7F7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803413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9ACED6-D3FE-2AAD-E3F1-6EFFA8392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A2C49C-7554-59EA-AD31-908E445B7A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290D2C-10CA-E235-57E6-F33AF8E205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D0F7E9-5C36-45D7-B335-31C619214789}" type="datetimeFigureOut">
              <a:rPr lang="en-CA" smtClean="0"/>
              <a:t>2026-02-05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5B42AC-16FB-E821-5122-5B6A767B1F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DE4925-D095-3449-5200-D723FF054C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9F9F34-27EB-4AC1-B469-4C06297A7F7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58937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irefreethought.github.io/geodb-rest-api-docs/" TargetMode="External"/><Relationship Id="rId2" Type="http://schemas.openxmlformats.org/officeDocument/2006/relationships/hyperlink" Target="http://geodb-cities-api.wirefreethought.com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C4887-6240-584E-252A-8A30BD4BFD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203"/>
            <a:ext cx="9144000" cy="1498917"/>
          </a:xfrm>
        </p:spPr>
        <p:txBody>
          <a:bodyPr>
            <a:normAutofit fontScale="90000"/>
          </a:bodyPr>
          <a:lstStyle/>
          <a:p>
            <a:r>
              <a:rPr lang="en-CA" sz="11500" dirty="0" err="1"/>
              <a:t>GeoDB</a:t>
            </a:r>
            <a:r>
              <a:rPr lang="en-CA" sz="11500" dirty="0"/>
              <a:t>-R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F789C7-5A0A-DBA1-142A-ABD69E7D73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559" y="4470399"/>
            <a:ext cx="4685212" cy="2164397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CA" sz="3600" dirty="0"/>
              <a:t>Group 6:</a:t>
            </a:r>
          </a:p>
          <a:p>
            <a:pPr algn="l"/>
            <a:r>
              <a:rPr lang="en-CA" sz="3600" dirty="0"/>
              <a:t>Andre Gnandt</a:t>
            </a:r>
          </a:p>
          <a:p>
            <a:pPr algn="l"/>
            <a:r>
              <a:rPr lang="en-CA" sz="3600" dirty="0"/>
              <a:t>Manpreet Singh</a:t>
            </a:r>
          </a:p>
          <a:p>
            <a:pPr algn="l"/>
            <a:r>
              <a:rPr lang="en-CA" sz="3600" dirty="0"/>
              <a:t>Yihang Wang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19A2E3-EF6D-3052-6611-C0F02807B992}"/>
              </a:ext>
            </a:extLst>
          </p:cNvPr>
          <p:cNvSpPr txBox="1"/>
          <p:nvPr/>
        </p:nvSpPr>
        <p:spPr>
          <a:xfrm>
            <a:off x="1378226" y="1457739"/>
            <a:ext cx="9819861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dirty="0"/>
              <a:t>An R wrapper for the GEO-DB public API obtaining worldwide data on cities, counties, islands, regions and countries.</a:t>
            </a:r>
          </a:p>
          <a:p>
            <a:r>
              <a:rPr lang="en-CA" sz="3200" dirty="0">
                <a:hlinkClick r:id="rId2"/>
              </a:rPr>
              <a:t>http://geodb-cities-api.wirefreethought.com/</a:t>
            </a:r>
            <a:endParaRPr lang="en-CA" sz="3200" dirty="0"/>
          </a:p>
          <a:p>
            <a:r>
              <a:rPr lang="en-CA" sz="3200" dirty="0">
                <a:hlinkClick r:id="rId3"/>
              </a:rPr>
              <a:t>https://wirefreethought.github.io/geodb-rest-api-docs/</a:t>
            </a:r>
            <a:endParaRPr lang="en-CA" sz="3200" dirty="0"/>
          </a:p>
          <a:p>
            <a:endParaRPr lang="en-CA" sz="3600" dirty="0"/>
          </a:p>
        </p:txBody>
      </p:sp>
    </p:spTree>
    <p:extLst>
      <p:ext uri="{BB962C8B-B14F-4D97-AF65-F5344CB8AC3E}">
        <p14:creationId xmlns:p14="http://schemas.microsoft.com/office/powerpoint/2010/main" val="12467408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BAC30-0118-C89F-9457-32A899D455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1811868"/>
          </a:xfrm>
        </p:spPr>
        <p:txBody>
          <a:bodyPr>
            <a:normAutofit/>
          </a:bodyPr>
          <a:lstStyle/>
          <a:p>
            <a:r>
              <a:rPr lang="en-CA" b="1" dirty="0"/>
              <a:t>Wrapper includes options for different API plans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0DFD88-8FC7-93D8-BA3C-BB176488DC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859" y="1811868"/>
            <a:ext cx="10432281" cy="4420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1745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E8ED7-07B8-59EC-2C46-2BFDFD381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03200"/>
            <a:ext cx="10515600" cy="2174875"/>
          </a:xfrm>
        </p:spPr>
        <p:txBody>
          <a:bodyPr>
            <a:noAutofit/>
          </a:bodyPr>
          <a:lstStyle/>
          <a:p>
            <a:pPr algn="ctr"/>
            <a:r>
              <a:rPr lang="en-CA" b="1" dirty="0"/>
              <a:t>Wrapper includes options for different API plans through R object:</a:t>
            </a:r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C47618-230B-61C7-8593-7E9A443C4A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218" y="1591733"/>
            <a:ext cx="11619316" cy="5210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310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6638A-A927-FC09-3879-9B8694A18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4604"/>
            <a:ext cx="10515600" cy="1789352"/>
          </a:xfrm>
        </p:spPr>
        <p:txBody>
          <a:bodyPr>
            <a:normAutofit/>
          </a:bodyPr>
          <a:lstStyle/>
          <a:p>
            <a:pPr algn="ctr"/>
            <a:r>
              <a:rPr lang="en-CA" sz="6000" b="1" dirty="0"/>
              <a:t>Call constructor according to your usage plan: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4B4707-C2B6-698F-AF77-92BC3C84BD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11" y="2203645"/>
            <a:ext cx="11989578" cy="196971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A09A366-BAA4-E4C4-7421-6E3FD6D8F221}"/>
              </a:ext>
            </a:extLst>
          </p:cNvPr>
          <p:cNvSpPr txBox="1"/>
          <p:nvPr/>
        </p:nvSpPr>
        <p:spPr>
          <a:xfrm>
            <a:off x="425885" y="4584526"/>
            <a:ext cx="1122332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000" b="1" dirty="0"/>
              <a:t>Line 2: Initialize GEO object for “free API plan”</a:t>
            </a:r>
          </a:p>
          <a:p>
            <a:endParaRPr lang="en-CA" sz="4000" b="1" dirty="0"/>
          </a:p>
          <a:p>
            <a:r>
              <a:rPr lang="en-CA" sz="4000" b="1" dirty="0"/>
              <a:t>Line 3: Initialize GEO object for a “pro API plan”</a:t>
            </a:r>
          </a:p>
        </p:txBody>
      </p:sp>
    </p:spTree>
    <p:extLst>
      <p:ext uri="{BB962C8B-B14F-4D97-AF65-F5344CB8AC3E}">
        <p14:creationId xmlns:p14="http://schemas.microsoft.com/office/powerpoint/2010/main" val="17465993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F7EEB-2712-9DF1-A4FB-9F55D75D8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6130"/>
            <a:ext cx="10515600" cy="1284452"/>
          </a:xfrm>
        </p:spPr>
        <p:txBody>
          <a:bodyPr>
            <a:normAutofit fontScale="90000"/>
          </a:bodyPr>
          <a:lstStyle/>
          <a:p>
            <a:pPr algn="ctr"/>
            <a:r>
              <a:rPr lang="en-CA" sz="6000" b="1" dirty="0"/>
              <a:t>Examples of some Wrapped API calls: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07F6B8-675F-8598-2211-12158351B277}"/>
              </a:ext>
            </a:extLst>
          </p:cNvPr>
          <p:cNvSpPr txBox="1"/>
          <p:nvPr/>
        </p:nvSpPr>
        <p:spPr>
          <a:xfrm>
            <a:off x="926926" y="1480582"/>
            <a:ext cx="98830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600" dirty="0"/>
              <a:t>Find Countries: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C55AF8-0EC5-E18F-704E-9355285ED8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0620" y="2245527"/>
            <a:ext cx="9590760" cy="4612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3375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86F039D-F82D-1FC1-0AD3-783A8DC4B062}"/>
              </a:ext>
            </a:extLst>
          </p:cNvPr>
          <p:cNvSpPr txBox="1"/>
          <p:nvPr/>
        </p:nvSpPr>
        <p:spPr>
          <a:xfrm>
            <a:off x="576197" y="300625"/>
            <a:ext cx="109602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600" dirty="0"/>
              <a:t>Find all ‘Districts’ near UBCO: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B71A156-434C-8748-C7F8-C9D324A335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38076"/>
            <a:ext cx="12087616" cy="3956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5463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7B912-614C-0A2F-96E8-137F6423C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9865"/>
            <a:ext cx="10515600" cy="1325563"/>
          </a:xfrm>
        </p:spPr>
        <p:txBody>
          <a:bodyPr/>
          <a:lstStyle/>
          <a:p>
            <a:r>
              <a:rPr lang="en-CA" dirty="0"/>
              <a:t>Find all cities within a 100km radius of Big White Ski Resort that start with the letter V: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631C13-6044-AC05-F8C6-E4EBFE422D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24478"/>
            <a:ext cx="12192000" cy="2761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2110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49F7F-7F98-AB97-9D87-E5A7FA14B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7992" y="598814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CA" sz="3600" dirty="0"/>
              <a:t>Find cities near Big White that start with “V” and render chart: </a:t>
            </a:r>
            <a:br>
              <a:rPr lang="en-CA" sz="3600" dirty="0"/>
            </a:br>
            <a:br>
              <a:rPr lang="en-CA" sz="3600" dirty="0"/>
            </a:br>
            <a:r>
              <a:rPr lang="en-US" sz="3600" b="1" dirty="0" err="1"/>
              <a:t>geo$FindPlaces</a:t>
            </a:r>
            <a:r>
              <a:rPr lang="en-US" sz="3600" b="1" dirty="0"/>
              <a:t>(</a:t>
            </a:r>
            <a:r>
              <a:rPr lang="en-US" sz="3600" b="1" dirty="0" err="1"/>
              <a:t>locationAddress</a:t>
            </a:r>
            <a:r>
              <a:rPr lang="en-US" sz="3600" b="1" dirty="0"/>
              <a:t> = "Big White Ski Resort", </a:t>
            </a:r>
            <a:r>
              <a:rPr lang="en-US" sz="3600" b="1" dirty="0" err="1"/>
              <a:t>namePrefix</a:t>
            </a:r>
            <a:r>
              <a:rPr lang="en-US" sz="3600" b="1" dirty="0"/>
              <a:t> = "V", radius = 100, chart = TRUE)</a:t>
            </a:r>
            <a:br>
              <a:rPr lang="en-US" dirty="0"/>
            </a:br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683FDE-9289-0B7E-0B07-0C3AC7DB6C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6017" y="1924377"/>
            <a:ext cx="7806394" cy="4645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8309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66640-EE20-8F3E-5D34-C65A09DBD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CA" dirty="0"/>
              <a:t>Distance between UBCO and UBCV: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AABC52-C18E-D9B2-6DCE-67C8618699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2378765"/>
            <a:ext cx="12050038" cy="2556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372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F4254-97E9-5C19-4322-A474C01A0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CA" dirty="0"/>
              <a:t>					</a:t>
            </a:r>
            <a:r>
              <a:rPr lang="en-CA" b="1" dirty="0"/>
              <a:t>Tests: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83FE64-0542-3973-3090-B0037E79F3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5901" y="1206032"/>
            <a:ext cx="8784921" cy="5211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2807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835E5-9718-BDC4-4DD5-C1A006D7B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7891"/>
            <a:ext cx="10515600" cy="599379"/>
          </a:xfrm>
        </p:spPr>
        <p:txBody>
          <a:bodyPr>
            <a:noAutofit/>
          </a:bodyPr>
          <a:lstStyle/>
          <a:p>
            <a:pPr algn="ctr"/>
            <a:r>
              <a:rPr lang="en-CA" sz="5400" dirty="0"/>
              <a:t>Continuous Integration: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82A918-3A3F-BE12-1DA6-7BC3853335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488" y="1175888"/>
            <a:ext cx="9227024" cy="4781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3108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5A1E3C4-B228-5DE8-66C9-E097C184CF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140" y="313150"/>
            <a:ext cx="11057720" cy="5661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4203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BCE6C-93D1-A5FB-292A-C1B1290F6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836" y="1868248"/>
            <a:ext cx="10515600" cy="2365549"/>
          </a:xfrm>
        </p:spPr>
        <p:txBody>
          <a:bodyPr>
            <a:normAutofit/>
          </a:bodyPr>
          <a:lstStyle/>
          <a:p>
            <a:pPr algn="ctr"/>
            <a:r>
              <a:rPr lang="en-CA" sz="11500" b="1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5506475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585</TotalTime>
  <Words>200</Words>
  <Application>Microsoft Office PowerPoint</Application>
  <PresentationFormat>Widescreen</PresentationFormat>
  <Paragraphs>23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GeoDB-R</vt:lpstr>
      <vt:lpstr>Wrapper includes options for different API plans</vt:lpstr>
      <vt:lpstr>Wrapper includes options for different API plans through R object:</vt:lpstr>
      <vt:lpstr>Call constructor according to your usage plan:</vt:lpstr>
      <vt:lpstr>Examples of some Wrapped API calls:</vt:lpstr>
      <vt:lpstr>PowerPoint Presentation</vt:lpstr>
      <vt:lpstr>Find all cities within a 100km radius of Big White Ski Resort that start with the letter V:</vt:lpstr>
      <vt:lpstr>Find cities near Big White that start with “V” and render chart:   geo$FindPlaces(locationAddress = "Big White Ski Resort", namePrefix = "V", radius = 100, chart = TRUE) </vt:lpstr>
      <vt:lpstr>Distance between UBCO and UBCV:</vt:lpstr>
      <vt:lpstr>     Tests:</vt:lpstr>
      <vt:lpstr>Continuous Integration:</vt:lpstr>
      <vt:lpstr>PowerPoint Presentation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 Gnandt</dc:creator>
  <cp:lastModifiedBy>Andre Gnandt</cp:lastModifiedBy>
  <cp:revision>1</cp:revision>
  <dcterms:created xsi:type="dcterms:W3CDTF">2026-02-05T04:14:27Z</dcterms:created>
  <dcterms:modified xsi:type="dcterms:W3CDTF">2026-02-05T18:48:08Z</dcterms:modified>
</cp:coreProperties>
</file>