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Gnandt" userId="9098d253666265ea" providerId="LiveId" clId="{BE1BF0AD-01C9-4F9E-B666-8C6372287474}"/>
    <pc:docChg chg="undo custSel addSld delSld modSld sldOrd">
      <pc:chgData name="Andre Gnandt" userId="9098d253666265ea" providerId="LiveId" clId="{BE1BF0AD-01C9-4F9E-B666-8C6372287474}" dt="2026-01-29T02:03:33.604" v="3854"/>
      <pc:docMkLst>
        <pc:docMk/>
      </pc:docMkLst>
      <pc:sldChg chg="addSp modSp mod">
        <pc:chgData name="Andre Gnandt" userId="9098d253666265ea" providerId="LiveId" clId="{BE1BF0AD-01C9-4F9E-B666-8C6372287474}" dt="2026-01-28T09:22:04.689" v="235" actId="404"/>
        <pc:sldMkLst>
          <pc:docMk/>
          <pc:sldMk cId="1246740831" sldId="256"/>
        </pc:sldMkLst>
        <pc:spChg chg="mod">
          <ac:chgData name="Andre Gnandt" userId="9098d253666265ea" providerId="LiveId" clId="{BE1BF0AD-01C9-4F9E-B666-8C6372287474}" dt="2026-01-28T09:16:41.598" v="8" actId="27636"/>
          <ac:spMkLst>
            <pc:docMk/>
            <pc:sldMk cId="1246740831" sldId="256"/>
            <ac:spMk id="2" creationId="{DE7C4887-6240-584E-252A-8A30BD4BFD56}"/>
          </ac:spMkLst>
        </pc:spChg>
        <pc:spChg chg="mod">
          <ac:chgData name="Andre Gnandt" userId="9098d253666265ea" providerId="LiveId" clId="{BE1BF0AD-01C9-4F9E-B666-8C6372287474}" dt="2026-01-28T09:20:40.118" v="202" actId="27636"/>
          <ac:spMkLst>
            <pc:docMk/>
            <pc:sldMk cId="1246740831" sldId="256"/>
            <ac:spMk id="3" creationId="{E3F789C7-5A0A-DBA1-142A-ABD69E7D73D8}"/>
          </ac:spMkLst>
        </pc:spChg>
        <pc:spChg chg="add mod">
          <ac:chgData name="Andre Gnandt" userId="9098d253666265ea" providerId="LiveId" clId="{BE1BF0AD-01C9-4F9E-B666-8C6372287474}" dt="2026-01-28T09:22:04.689" v="235" actId="404"/>
          <ac:spMkLst>
            <pc:docMk/>
            <pc:sldMk cId="1246740831" sldId="256"/>
            <ac:spMk id="4" creationId="{DA19A2E3-EF6D-3052-6611-C0F02807B992}"/>
          </ac:spMkLst>
        </pc:spChg>
      </pc:sldChg>
      <pc:sldChg chg="addSp delSp modSp new mod ord">
        <pc:chgData name="Andre Gnandt" userId="9098d253666265ea" providerId="LiveId" clId="{BE1BF0AD-01C9-4F9E-B666-8C6372287474}" dt="2026-01-29T02:03:33.604" v="3854"/>
        <pc:sldMkLst>
          <pc:docMk/>
          <pc:sldMk cId="476093157" sldId="257"/>
        </pc:sldMkLst>
        <pc:spChg chg="mod">
          <ac:chgData name="Andre Gnandt" userId="9098d253666265ea" providerId="LiveId" clId="{BE1BF0AD-01C9-4F9E-B666-8C6372287474}" dt="2026-01-28T10:00:28.317" v="932" actId="20577"/>
          <ac:spMkLst>
            <pc:docMk/>
            <pc:sldMk cId="476093157" sldId="257"/>
            <ac:spMk id="2" creationId="{03A85B0B-0BD5-8D37-CE4B-C6EC2DD69710}"/>
          </ac:spMkLst>
        </pc:spChg>
        <pc:spChg chg="mod">
          <ac:chgData name="Andre Gnandt" userId="9098d253666265ea" providerId="LiveId" clId="{BE1BF0AD-01C9-4F9E-B666-8C6372287474}" dt="2026-01-28T11:28:29.610" v="3156" actId="20577"/>
          <ac:spMkLst>
            <pc:docMk/>
            <pc:sldMk cId="476093157" sldId="257"/>
            <ac:spMk id="3" creationId="{534AF06B-C880-9C71-E5F1-C4D31DB3B75E}"/>
          </ac:spMkLst>
        </pc:spChg>
        <pc:spChg chg="add del mod">
          <ac:chgData name="Andre Gnandt" userId="9098d253666265ea" providerId="LiveId" clId="{BE1BF0AD-01C9-4F9E-B666-8C6372287474}" dt="2026-01-28T10:09:06.780" v="1095"/>
          <ac:spMkLst>
            <pc:docMk/>
            <pc:sldMk cId="476093157" sldId="257"/>
            <ac:spMk id="4" creationId="{5B590EB1-8E79-54AD-6FA2-3B33DCC55AAD}"/>
          </ac:spMkLst>
        </pc:spChg>
        <pc:spChg chg="add mod">
          <ac:chgData name="Andre Gnandt" userId="9098d253666265ea" providerId="LiveId" clId="{BE1BF0AD-01C9-4F9E-B666-8C6372287474}" dt="2026-01-28T11:37:38.344" v="3429" actId="20577"/>
          <ac:spMkLst>
            <pc:docMk/>
            <pc:sldMk cId="476093157" sldId="257"/>
            <ac:spMk id="5" creationId="{D7E89B1D-1AC1-0F09-A809-C9CF6995941A}"/>
          </ac:spMkLst>
        </pc:spChg>
      </pc:sldChg>
      <pc:sldChg chg="addSp delSp modSp new mod">
        <pc:chgData name="Andre Gnandt" userId="9098d253666265ea" providerId="LiveId" clId="{BE1BF0AD-01C9-4F9E-B666-8C6372287474}" dt="2026-01-28T11:35:57.643" v="3414" actId="313"/>
        <pc:sldMkLst>
          <pc:docMk/>
          <pc:sldMk cId="2247541308" sldId="258"/>
        </pc:sldMkLst>
        <pc:spChg chg="del mod">
          <ac:chgData name="Andre Gnandt" userId="9098d253666265ea" providerId="LiveId" clId="{BE1BF0AD-01C9-4F9E-B666-8C6372287474}" dt="2026-01-28T10:21:49.384" v="1287" actId="21"/>
          <ac:spMkLst>
            <pc:docMk/>
            <pc:sldMk cId="2247541308" sldId="258"/>
            <ac:spMk id="2" creationId="{2C72F489-4C95-F44E-639B-801678017609}"/>
          </ac:spMkLst>
        </pc:spChg>
        <pc:spChg chg="mod">
          <ac:chgData name="Andre Gnandt" userId="9098d253666265ea" providerId="LiveId" clId="{BE1BF0AD-01C9-4F9E-B666-8C6372287474}" dt="2026-01-28T11:35:57.643" v="3414" actId="313"/>
          <ac:spMkLst>
            <pc:docMk/>
            <pc:sldMk cId="2247541308" sldId="258"/>
            <ac:spMk id="3" creationId="{D68F9D24-31A4-8410-8267-A71183A4BA5C}"/>
          </ac:spMkLst>
        </pc:spChg>
        <pc:spChg chg="add mod">
          <ac:chgData name="Andre Gnandt" userId="9098d253666265ea" providerId="LiveId" clId="{BE1BF0AD-01C9-4F9E-B666-8C6372287474}" dt="2026-01-28T11:00:09.799" v="2360" actId="403"/>
          <ac:spMkLst>
            <pc:docMk/>
            <pc:sldMk cId="2247541308" sldId="258"/>
            <ac:spMk id="4" creationId="{8E5E87B1-29A9-9121-81E1-2DA39F7ABC8D}"/>
          </ac:spMkLst>
        </pc:spChg>
      </pc:sldChg>
      <pc:sldChg chg="modSp new mod ord">
        <pc:chgData name="Andre Gnandt" userId="9098d253666265ea" providerId="LiveId" clId="{BE1BF0AD-01C9-4F9E-B666-8C6372287474}" dt="2026-01-28T09:59:36.850" v="899" actId="403"/>
        <pc:sldMkLst>
          <pc:docMk/>
          <pc:sldMk cId="783479074" sldId="259"/>
        </pc:sldMkLst>
        <pc:spChg chg="mod">
          <ac:chgData name="Andre Gnandt" userId="9098d253666265ea" providerId="LiveId" clId="{BE1BF0AD-01C9-4F9E-B666-8C6372287474}" dt="2026-01-28T09:30:34.937" v="303" actId="14100"/>
          <ac:spMkLst>
            <pc:docMk/>
            <pc:sldMk cId="783479074" sldId="259"/>
            <ac:spMk id="2" creationId="{82D1F48C-38CF-9596-D3F6-990324C66FF9}"/>
          </ac:spMkLst>
        </pc:spChg>
        <pc:spChg chg="mod">
          <ac:chgData name="Andre Gnandt" userId="9098d253666265ea" providerId="LiveId" clId="{BE1BF0AD-01C9-4F9E-B666-8C6372287474}" dt="2026-01-28T09:59:36.850" v="899" actId="403"/>
          <ac:spMkLst>
            <pc:docMk/>
            <pc:sldMk cId="783479074" sldId="259"/>
            <ac:spMk id="3" creationId="{2D7003BE-0C77-F393-5B61-461B42B7A486}"/>
          </ac:spMkLst>
        </pc:spChg>
      </pc:sldChg>
      <pc:sldChg chg="modSp new mod">
        <pc:chgData name="Andre Gnandt" userId="9098d253666265ea" providerId="LiveId" clId="{BE1BF0AD-01C9-4F9E-B666-8C6372287474}" dt="2026-01-28T11:15:03.813" v="2815" actId="20577"/>
        <pc:sldMkLst>
          <pc:docMk/>
          <pc:sldMk cId="3677059587" sldId="260"/>
        </pc:sldMkLst>
        <pc:spChg chg="mod">
          <ac:chgData name="Andre Gnandt" userId="9098d253666265ea" providerId="LiveId" clId="{BE1BF0AD-01C9-4F9E-B666-8C6372287474}" dt="2026-01-28T10:30:44.618" v="1782" actId="404"/>
          <ac:spMkLst>
            <pc:docMk/>
            <pc:sldMk cId="3677059587" sldId="260"/>
            <ac:spMk id="2" creationId="{D83703EF-9B61-BA57-88AE-76BEE75569B1}"/>
          </ac:spMkLst>
        </pc:spChg>
        <pc:spChg chg="mod">
          <ac:chgData name="Andre Gnandt" userId="9098d253666265ea" providerId="LiveId" clId="{BE1BF0AD-01C9-4F9E-B666-8C6372287474}" dt="2026-01-28T11:15:03.813" v="2815" actId="20577"/>
          <ac:spMkLst>
            <pc:docMk/>
            <pc:sldMk cId="3677059587" sldId="260"/>
            <ac:spMk id="3" creationId="{0A5EE01F-947A-EAD5-1AB1-39B56F912A73}"/>
          </ac:spMkLst>
        </pc:spChg>
      </pc:sldChg>
      <pc:sldChg chg="modSp new mod">
        <pc:chgData name="Andre Gnandt" userId="9098d253666265ea" providerId="LiveId" clId="{BE1BF0AD-01C9-4F9E-B666-8C6372287474}" dt="2026-01-28T11:46:30.690" v="3796" actId="20577"/>
        <pc:sldMkLst>
          <pc:docMk/>
          <pc:sldMk cId="3120143048" sldId="261"/>
        </pc:sldMkLst>
        <pc:spChg chg="mod">
          <ac:chgData name="Andre Gnandt" userId="9098d253666265ea" providerId="LiveId" clId="{BE1BF0AD-01C9-4F9E-B666-8C6372287474}" dt="2026-01-28T11:45:53.305" v="3749" actId="20577"/>
          <ac:spMkLst>
            <pc:docMk/>
            <pc:sldMk cId="3120143048" sldId="261"/>
            <ac:spMk id="2" creationId="{08702F7E-5963-80E0-3530-A0BBD29E5754}"/>
          </ac:spMkLst>
        </pc:spChg>
        <pc:spChg chg="mod">
          <ac:chgData name="Andre Gnandt" userId="9098d253666265ea" providerId="LiveId" clId="{BE1BF0AD-01C9-4F9E-B666-8C6372287474}" dt="2026-01-28T11:46:30.690" v="3796" actId="20577"/>
          <ac:spMkLst>
            <pc:docMk/>
            <pc:sldMk cId="3120143048" sldId="261"/>
            <ac:spMk id="3" creationId="{0E071045-AF2D-ADEB-737A-287712D8F42E}"/>
          </ac:spMkLst>
        </pc:spChg>
      </pc:sldChg>
      <pc:sldChg chg="modSp new mod">
        <pc:chgData name="Andre Gnandt" userId="9098d253666265ea" providerId="LiveId" clId="{BE1BF0AD-01C9-4F9E-B666-8C6372287474}" dt="2026-01-28T11:45:46.997" v="3748" actId="403"/>
        <pc:sldMkLst>
          <pc:docMk/>
          <pc:sldMk cId="912441111" sldId="262"/>
        </pc:sldMkLst>
        <pc:spChg chg="mod">
          <ac:chgData name="Andre Gnandt" userId="9098d253666265ea" providerId="LiveId" clId="{BE1BF0AD-01C9-4F9E-B666-8C6372287474}" dt="2026-01-28T11:40:06.372" v="3540" actId="20577"/>
          <ac:spMkLst>
            <pc:docMk/>
            <pc:sldMk cId="912441111" sldId="262"/>
            <ac:spMk id="2" creationId="{5B493F6C-9493-2E24-CE9E-7883851E5CC0}"/>
          </ac:spMkLst>
        </pc:spChg>
        <pc:spChg chg="mod">
          <ac:chgData name="Andre Gnandt" userId="9098d253666265ea" providerId="LiveId" clId="{BE1BF0AD-01C9-4F9E-B666-8C6372287474}" dt="2026-01-28T11:45:46.997" v="3748" actId="403"/>
          <ac:spMkLst>
            <pc:docMk/>
            <pc:sldMk cId="912441111" sldId="262"/>
            <ac:spMk id="3" creationId="{BE7053C0-60E6-56C5-1071-CAA9366BC2E4}"/>
          </ac:spMkLst>
        </pc:spChg>
      </pc:sldChg>
      <pc:sldChg chg="addSp delSp modSp new del mod setBg addAnim setClrOvrMap">
        <pc:chgData name="Andre Gnandt" userId="9098d253666265ea" providerId="LiveId" clId="{BE1BF0AD-01C9-4F9E-B666-8C6372287474}" dt="2026-01-28T11:48:39.947" v="3815" actId="2696"/>
        <pc:sldMkLst>
          <pc:docMk/>
          <pc:sldMk cId="1217704774" sldId="263"/>
        </pc:sldMkLst>
        <pc:spChg chg="mod ord">
          <ac:chgData name="Andre Gnandt" userId="9098d253666265ea" providerId="LiveId" clId="{BE1BF0AD-01C9-4F9E-B666-8C6372287474}" dt="2026-01-28T11:48:18.882" v="3811" actId="26606"/>
          <ac:spMkLst>
            <pc:docMk/>
            <pc:sldMk cId="1217704774" sldId="263"/>
            <ac:spMk id="2" creationId="{9A8F0D4D-5D74-02D1-6DEA-CE2CFD85107C}"/>
          </ac:spMkLst>
        </pc:spChg>
        <pc:spChg chg="del">
          <ac:chgData name="Andre Gnandt" userId="9098d253666265ea" providerId="LiveId" clId="{BE1BF0AD-01C9-4F9E-B666-8C6372287474}" dt="2026-01-28T11:47:43.527" v="3807" actId="21"/>
          <ac:spMkLst>
            <pc:docMk/>
            <pc:sldMk cId="1217704774" sldId="263"/>
            <ac:spMk id="3" creationId="{4BD965AF-E8C4-63D6-BD48-42549DCC376D}"/>
          </ac:spMkLst>
        </pc:spChg>
        <pc:spChg chg="add del mod">
          <ac:chgData name="Andre Gnandt" userId="9098d253666265ea" providerId="LiveId" clId="{BE1BF0AD-01C9-4F9E-B666-8C6372287474}" dt="2026-01-28T11:47:48.768" v="3809" actId="21"/>
          <ac:spMkLst>
            <pc:docMk/>
            <pc:sldMk cId="1217704774" sldId="263"/>
            <ac:spMk id="4" creationId="{4BD965AF-E8C4-63D6-BD48-42549DCC376D}"/>
          </ac:spMkLst>
        </pc:spChg>
        <pc:spChg chg="add">
          <ac:chgData name="Andre Gnandt" userId="9098d253666265ea" providerId="LiveId" clId="{BE1BF0AD-01C9-4F9E-B666-8C6372287474}" dt="2026-01-28T11:48:18.882" v="3811" actId="26606"/>
          <ac:spMkLst>
            <pc:docMk/>
            <pc:sldMk cId="1217704774" sldId="263"/>
            <ac:spMk id="11" creationId="{71B2258F-86CA-4D4D-8270-BC05FCDEBFB3}"/>
          </ac:spMkLst>
        </pc:spChg>
        <pc:picChg chg="add mod">
          <ac:chgData name="Andre Gnandt" userId="9098d253666265ea" providerId="LiveId" clId="{BE1BF0AD-01C9-4F9E-B666-8C6372287474}" dt="2026-01-28T11:48:26.507" v="3814" actId="1076"/>
          <ac:picMkLst>
            <pc:docMk/>
            <pc:sldMk cId="1217704774" sldId="263"/>
            <ac:picMk id="6" creationId="{06B99BF4-E49D-5914-F309-EB70045C7DD1}"/>
          </ac:picMkLst>
        </pc:picChg>
      </pc:sldChg>
      <pc:sldChg chg="addSp delSp modSp new mod setBg addAnim delAnim setClrOvrMap">
        <pc:chgData name="Andre Gnandt" userId="9098d253666265ea" providerId="LiveId" clId="{BE1BF0AD-01C9-4F9E-B666-8C6372287474}" dt="2026-01-28T11:51:01.475" v="3852" actId="1076"/>
        <pc:sldMkLst>
          <pc:docMk/>
          <pc:sldMk cId="2316347956" sldId="263"/>
        </pc:sldMkLst>
        <pc:spChg chg="mod ord">
          <ac:chgData name="Andre Gnandt" userId="9098d253666265ea" providerId="LiveId" clId="{BE1BF0AD-01C9-4F9E-B666-8C6372287474}" dt="2026-01-28T11:50:01.136" v="3850" actId="1076"/>
          <ac:spMkLst>
            <pc:docMk/>
            <pc:sldMk cId="2316347956" sldId="263"/>
            <ac:spMk id="2" creationId="{D3361221-89E5-D190-9E1C-1DE1B8FA5361}"/>
          </ac:spMkLst>
        </pc:spChg>
        <pc:spChg chg="del">
          <ac:chgData name="Andre Gnandt" userId="9098d253666265ea" providerId="LiveId" clId="{BE1BF0AD-01C9-4F9E-B666-8C6372287474}" dt="2026-01-28T11:49:04.755" v="3831" actId="21"/>
          <ac:spMkLst>
            <pc:docMk/>
            <pc:sldMk cId="2316347956" sldId="263"/>
            <ac:spMk id="3" creationId="{2449A005-D1C4-59CE-3C53-34F8134FF69D}"/>
          </ac:spMkLst>
        </pc:spChg>
        <pc:spChg chg="add del mod">
          <ac:chgData name="Andre Gnandt" userId="9098d253666265ea" providerId="LiveId" clId="{BE1BF0AD-01C9-4F9E-B666-8C6372287474}" dt="2026-01-28T11:49:10.818" v="3833" actId="21"/>
          <ac:spMkLst>
            <pc:docMk/>
            <pc:sldMk cId="2316347956" sldId="263"/>
            <ac:spMk id="4" creationId="{2449A005-D1C4-59CE-3C53-34F8134FF69D}"/>
          </ac:spMkLst>
        </pc:spChg>
        <pc:spChg chg="add del">
          <ac:chgData name="Andre Gnandt" userId="9098d253666265ea" providerId="LiveId" clId="{BE1BF0AD-01C9-4F9E-B666-8C6372287474}" dt="2026-01-28T11:49:32.622" v="3837" actId="26606"/>
          <ac:spMkLst>
            <pc:docMk/>
            <pc:sldMk cId="2316347956" sldId="263"/>
            <ac:spMk id="11" creationId="{71B2258F-86CA-4D4D-8270-BC05FCDEBFB3}"/>
          </ac:spMkLst>
        </pc:spChg>
        <pc:spChg chg="add">
          <ac:chgData name="Andre Gnandt" userId="9098d253666265ea" providerId="LiveId" clId="{BE1BF0AD-01C9-4F9E-B666-8C6372287474}" dt="2026-01-28T11:49:32.622" v="3838" actId="26606"/>
          <ac:spMkLst>
            <pc:docMk/>
            <pc:sldMk cId="2316347956" sldId="263"/>
            <ac:spMk id="13" creationId="{007891EC-4501-44ED-A8C8-B11B6DB767AB}"/>
          </ac:spMkLst>
        </pc:spChg>
        <pc:spChg chg="add">
          <ac:chgData name="Andre Gnandt" userId="9098d253666265ea" providerId="LiveId" clId="{BE1BF0AD-01C9-4F9E-B666-8C6372287474}" dt="2026-01-28T11:49:32.622" v="3838" actId="26606"/>
          <ac:spMkLst>
            <pc:docMk/>
            <pc:sldMk cId="2316347956" sldId="263"/>
            <ac:spMk id="14" creationId="{C1DD1A8A-57D5-4A81-AD04-532B043C5611}"/>
          </ac:spMkLst>
        </pc:spChg>
        <pc:picChg chg="add mod">
          <ac:chgData name="Andre Gnandt" userId="9098d253666265ea" providerId="LiveId" clId="{BE1BF0AD-01C9-4F9E-B666-8C6372287474}" dt="2026-01-28T11:51:01.475" v="3852" actId="1076"/>
          <ac:picMkLst>
            <pc:docMk/>
            <pc:sldMk cId="2316347956" sldId="263"/>
            <ac:picMk id="6" creationId="{E27B7624-E667-32D6-2E09-EC27F6C5071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B2DE-A18A-7A3D-917C-D20BB3540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D29E9-11CA-EA9B-AE43-C3FB409B8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A6B6F-06F7-2B25-2E1D-BA4C866F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84708-2F74-7044-E118-AFD9D45F0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02AFA-9357-458D-286C-F959CA575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350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262B-2E93-697E-CAAB-6EBFD26B4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C34C8-A5E6-8D17-968E-C01F35341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8CCD9-4458-775A-0361-BB7C2021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D4632-DC49-A1A8-A6C3-72ED02CCE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0F0D7-9AD2-92EE-55DF-82B3BEFC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247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AD66-3605-397F-B7A1-221E13B7A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87032-C47A-C061-365F-307114CEF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06A0F-A34E-0128-58AE-EC72F7BD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0BF88-49EE-6C5B-0515-DB68C4341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AF053-8E53-39A0-A1E0-1C40C584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688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81CF-E00C-276A-8CD8-07C64A23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93D7D-25FB-1FA0-B888-7112A422E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071F-1F16-BE41-7099-4F706D0B1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06469-E8D2-46AA-F96D-345AFC28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EA4B2-0B54-9545-9329-14B35332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0C201-99CF-8682-A76D-0AEF81D1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4297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C6E4-E7F8-1E5D-44D3-67D2173C6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4EB8C-5A08-8CA6-D9F4-436F0FE18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A1D50-4745-B9DA-CD8F-BD1C18106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6E88F-A59C-8C69-558E-81E19226F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0A0348-3117-746B-6957-3CA6D1B93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1FBFC8-2D78-05F8-E5F3-8886D4A94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4B315-D7FA-C60C-20D7-7B7B8A3D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DE2CF-08CE-6446-352C-7C2DCE3D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069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7D1D-DE52-BB47-D206-478412CB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C91054-9996-2A33-5AA4-CAC9B9F2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05550-C2EA-BBD3-B151-9EFA0721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8A979-8E46-7131-D047-A3CE75FB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313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62A295-3DE6-202E-68BA-BDFD870BE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21654-1C2F-5956-F496-90B4EA02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6D91E-8B3D-62BD-C945-F5C75612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044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574E-CD69-8B8E-0EA6-6EED1080E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D84F-3D5F-D4D9-484B-A241B7C77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D8F85-51D6-34C2-85F0-D0F95682A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5D896-337C-2CC6-7238-07C3FAF87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FB3F5-9602-4D22-EFBC-C68AA89B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026A-1A19-A779-1C6F-2054AC45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380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D3C3A-1991-B4A9-B1A6-C3319761A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91DF1-6655-F757-A3B3-B63F3F139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DFEFB-12B6-1002-3134-E216C05CD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E66C3-7583-4F7B-6478-3A807A24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4EB7B-FE93-5C08-342A-24913EA9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B51FD-E9FE-BA27-C9F2-95031323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951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51E2-AB72-B9B4-B893-DD23400C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0AB79-012C-CF79-7815-762D4B41A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1980E-DB5B-B584-7C49-A60A7E6C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912EA-2541-9F72-6349-8DECBA29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263FE-167C-36EA-5C9E-40430145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5453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2C382-9315-40CB-7078-C4521E695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2A6FD-A8BA-98C4-AE4C-CAF258EEC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CEACD-0C99-63C3-6653-7C6331BA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4A502-2566-7BF5-515A-FFC371E36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9AEC2-1AB7-52B8-B7E3-2003AED6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621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2D2137-3B9A-CC39-880B-C6019380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20CEA-EFAF-DCEF-D118-9FF21E99D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28D5-84C6-96F5-A7EF-4BF1ACA7A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8F56F-4FF7-4612-A4AE-E87AC01E83AA}" type="datetimeFigureOut">
              <a:rPr lang="en-CA" smtClean="0"/>
              <a:t>2026-01-28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2D36-9DDD-F625-5429-5EFB3EA92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59AB7-D5BA-23A5-37E3-6428982B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90F6A-5F2D-4AB9-B7E3-3982F65D6A4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011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irefreethought.github.io/geodb-rest-api-docs/" TargetMode="External"/><Relationship Id="rId2" Type="http://schemas.openxmlformats.org/officeDocument/2006/relationships/hyperlink" Target="http://geodb-cities-api.wirefreethought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4887-6240-584E-252A-8A30BD4BF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203"/>
            <a:ext cx="9144000" cy="1498917"/>
          </a:xfrm>
        </p:spPr>
        <p:txBody>
          <a:bodyPr>
            <a:normAutofit fontScale="90000"/>
          </a:bodyPr>
          <a:lstStyle/>
          <a:p>
            <a:r>
              <a:rPr lang="en-CA" sz="11500" dirty="0" err="1"/>
              <a:t>GeoDB</a:t>
            </a:r>
            <a:r>
              <a:rPr lang="en-CA" sz="11500" dirty="0"/>
              <a:t>-R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789C7-5A0A-DBA1-142A-ABD69E7D7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59" y="4470399"/>
            <a:ext cx="4685212" cy="216439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CA" sz="3600" dirty="0"/>
              <a:t>Group 6:</a:t>
            </a:r>
          </a:p>
          <a:p>
            <a:pPr algn="l"/>
            <a:r>
              <a:rPr lang="en-CA" sz="3600" dirty="0"/>
              <a:t>Andre Gnandt</a:t>
            </a:r>
          </a:p>
          <a:p>
            <a:pPr algn="l"/>
            <a:r>
              <a:rPr lang="en-CA" sz="3600" dirty="0"/>
              <a:t>Manpreet Singh</a:t>
            </a:r>
          </a:p>
          <a:p>
            <a:pPr algn="l"/>
            <a:r>
              <a:rPr lang="en-CA" sz="3600" dirty="0"/>
              <a:t>Yihang Wang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9A2E3-EF6D-3052-6611-C0F02807B992}"/>
              </a:ext>
            </a:extLst>
          </p:cNvPr>
          <p:cNvSpPr txBox="1"/>
          <p:nvPr/>
        </p:nvSpPr>
        <p:spPr>
          <a:xfrm>
            <a:off x="1378226" y="1457739"/>
            <a:ext cx="98198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An R wrapper for the GEO-DB public API obtaining worldwide data on cities, counties, islands, regions and countries.</a:t>
            </a:r>
          </a:p>
          <a:p>
            <a:r>
              <a:rPr lang="en-CA" sz="3200" dirty="0">
                <a:hlinkClick r:id="rId2"/>
              </a:rPr>
              <a:t>http://geodb-cities-api.wirefreethought.com/</a:t>
            </a:r>
            <a:endParaRPr lang="en-CA" sz="3200" dirty="0"/>
          </a:p>
          <a:p>
            <a:r>
              <a:rPr lang="en-CA" sz="3200" dirty="0">
                <a:hlinkClick r:id="rId3"/>
              </a:rPr>
              <a:t>https://wirefreethought.github.io/geodb-rest-api-docs/</a:t>
            </a:r>
            <a:endParaRPr lang="en-CA" sz="3200" dirty="0"/>
          </a:p>
          <a:p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124674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1F48C-38CF-9596-D3F6-990324C66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538514"/>
          </a:xfrm>
        </p:spPr>
        <p:txBody>
          <a:bodyPr>
            <a:normAutofit fontScale="90000"/>
          </a:bodyPr>
          <a:lstStyle/>
          <a:p>
            <a:pPr algn="ctr"/>
            <a:r>
              <a:rPr lang="en-CA" sz="6000" b="1" dirty="0"/>
              <a:t>Several API endpoints to gather information: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003BE-0C77-F393-5B61-461B42B7A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1453"/>
            <a:ext cx="10515600" cy="4299642"/>
          </a:xfrm>
        </p:spPr>
        <p:txBody>
          <a:bodyPr>
            <a:normAutofit/>
          </a:bodyPr>
          <a:lstStyle/>
          <a:p>
            <a:r>
              <a:rPr lang="en-CA" sz="3600" b="1" dirty="0"/>
              <a:t>Places (islands, districts, cities) </a:t>
            </a:r>
            <a:r>
              <a:rPr lang="en-CA" sz="3600" dirty="0"/>
              <a:t>– Get all data including respective distances, populations, locations and more.</a:t>
            </a:r>
          </a:p>
          <a:p>
            <a:r>
              <a:rPr lang="en-CA" sz="3600" b="1" dirty="0"/>
              <a:t>Regions - </a:t>
            </a:r>
            <a:r>
              <a:rPr lang="en-CA" sz="3600" dirty="0"/>
              <a:t>More detailed data on Regions</a:t>
            </a:r>
          </a:p>
          <a:p>
            <a:r>
              <a:rPr lang="en-CA" sz="3600" b="1" dirty="0"/>
              <a:t>Cities</a:t>
            </a:r>
            <a:r>
              <a:rPr lang="en-CA" sz="3600" dirty="0"/>
              <a:t> – More detailed data on Cities</a:t>
            </a:r>
          </a:p>
          <a:p>
            <a:r>
              <a:rPr lang="en-CA" sz="3600" b="1" dirty="0"/>
              <a:t>Countries </a:t>
            </a:r>
            <a:r>
              <a:rPr lang="en-CA" sz="3600" dirty="0"/>
              <a:t>– Similar data but with more country specific details such as currency.</a:t>
            </a:r>
            <a:endParaRPr lang="en-CA" sz="3600" b="1" dirty="0"/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78347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85B0B-0BD5-8D37-CE4B-C6EC2DD69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92" y="0"/>
            <a:ext cx="11902190" cy="1753849"/>
          </a:xfrm>
        </p:spPr>
        <p:txBody>
          <a:bodyPr>
            <a:normAutofit/>
          </a:bodyPr>
          <a:lstStyle/>
          <a:p>
            <a:pPr algn="ctr"/>
            <a:r>
              <a:rPr lang="en-CA" sz="5400" b="1" dirty="0"/>
              <a:t>Most of the API’s are highly user-unfriendly and difficult to use: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AF06B-C880-9C71-E5F1-C4D31DB3B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3849"/>
            <a:ext cx="10515600" cy="1888761"/>
          </a:xfrm>
        </p:spPr>
        <p:txBody>
          <a:bodyPr>
            <a:normAutofit lnSpcReduction="10000"/>
          </a:bodyPr>
          <a:lstStyle/>
          <a:p>
            <a:r>
              <a:rPr lang="en-CA" sz="3600" dirty="0"/>
              <a:t>Example of an endpoint used to obtain data on all inhabited Islands within a 1200 KM radius of UBC Vancouver Campus that are not within Canada or the United States: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89B1D-1AC1-0F09-A809-C9CF6995941A}"/>
              </a:ext>
            </a:extLst>
          </p:cNvPr>
          <p:cNvSpPr txBox="1"/>
          <p:nvPr/>
        </p:nvSpPr>
        <p:spPr>
          <a:xfrm>
            <a:off x="838200" y="3642610"/>
            <a:ext cx="1035945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dirty="0"/>
              <a:t>https://wft-geo-db.p.rapidapi.com/v1/geo/places/</a:t>
            </a:r>
            <a:r>
              <a:rPr lang="en-CA" sz="4000" b="1" dirty="0"/>
              <a:t>Q391028/</a:t>
            </a:r>
            <a:r>
              <a:rPr lang="en-CA" sz="4000" dirty="0"/>
              <a:t>nearbyPlaces?radius=1200&amp;excludedCountryIds=</a:t>
            </a:r>
            <a:r>
              <a:rPr lang="en-CA" sz="4000" b="1" dirty="0"/>
              <a:t>Q16,Q30</a:t>
            </a:r>
            <a:r>
              <a:rPr lang="en-CA" sz="4000" dirty="0"/>
              <a:t>&amp;minPopulation=1&amp;distanceUnit=KM&amp;type=ISLAND</a:t>
            </a:r>
          </a:p>
        </p:txBody>
      </p:sp>
    </p:spTree>
    <p:extLst>
      <p:ext uri="{BB962C8B-B14F-4D97-AF65-F5344CB8AC3E}">
        <p14:creationId xmlns:p14="http://schemas.microsoft.com/office/powerpoint/2010/main" val="47609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F9D24-31A4-8410-8267-A71183A4B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679"/>
            <a:ext cx="10515600" cy="5463913"/>
          </a:xfrm>
        </p:spPr>
        <p:txBody>
          <a:bodyPr>
            <a:normAutofit fontScale="92500" lnSpcReduction="20000"/>
          </a:bodyPr>
          <a:lstStyle/>
          <a:p>
            <a:r>
              <a:rPr lang="en-CA" sz="4000" dirty="0"/>
              <a:t>Regions, Places and Cities – only accepted as “Wiki data Id” values</a:t>
            </a:r>
          </a:p>
          <a:p>
            <a:r>
              <a:rPr lang="en-CA" sz="4000" dirty="0"/>
              <a:t>Locations – only accepted as a comma delimited string in ISO-6709 longitude and latitude form</a:t>
            </a:r>
          </a:p>
          <a:p>
            <a:r>
              <a:rPr lang="en-CA" sz="4000" dirty="0"/>
              <a:t>Countries – only accepted as a comma delimited list of Wiki data Id’s or codes</a:t>
            </a:r>
          </a:p>
          <a:p>
            <a:r>
              <a:rPr lang="en-CA" sz="4000" dirty="0"/>
              <a:t>Time  Zones – only accepted as Wiki Data Id’s</a:t>
            </a:r>
          </a:p>
          <a:p>
            <a:r>
              <a:rPr lang="en-CA" sz="4000" dirty="0"/>
              <a:t>Types of places included in API’s – only accepted as comma delimited strings like “AMD2” for districts</a:t>
            </a:r>
          </a:p>
          <a:p>
            <a:r>
              <a:rPr lang="en-CA" sz="4000" dirty="0"/>
              <a:t>Returns confusing metadata and hard to interpret at first glance</a:t>
            </a:r>
          </a:p>
          <a:p>
            <a:endParaRPr lang="en-CA" sz="4000" dirty="0"/>
          </a:p>
          <a:p>
            <a:endParaRPr lang="en-CA" sz="4000" dirty="0"/>
          </a:p>
          <a:p>
            <a:endParaRPr lang="en-CA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E87B1-29A9-9121-81E1-2DA39F7ABC8D}"/>
              </a:ext>
            </a:extLst>
          </p:cNvPr>
          <p:cNvSpPr txBox="1"/>
          <p:nvPr/>
        </p:nvSpPr>
        <p:spPr>
          <a:xfrm>
            <a:off x="838200" y="254833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b="1" dirty="0"/>
              <a:t>Some Examples:</a:t>
            </a:r>
          </a:p>
        </p:txBody>
      </p:sp>
    </p:spTree>
    <p:extLst>
      <p:ext uri="{BB962C8B-B14F-4D97-AF65-F5344CB8AC3E}">
        <p14:creationId xmlns:p14="http://schemas.microsoft.com/office/powerpoint/2010/main" val="2247541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03EF-9B61-BA57-88AE-76BEE755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8000" b="1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EE01F-947A-EAD5-1AB1-39B56F912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94925"/>
          </a:xfrm>
        </p:spPr>
        <p:txBody>
          <a:bodyPr/>
          <a:lstStyle/>
          <a:p>
            <a:r>
              <a:rPr lang="en-CA" dirty="0"/>
              <a:t>Wrap the API’s into properly named functions for specific API calls providing easy to use parameters </a:t>
            </a:r>
          </a:p>
          <a:p>
            <a:r>
              <a:rPr lang="en-CA" dirty="0"/>
              <a:t>Locations – now accept any address, name of a place or longitude and latitude</a:t>
            </a:r>
          </a:p>
          <a:p>
            <a:r>
              <a:rPr lang="en-CA" dirty="0"/>
              <a:t>Country, City, Region, Place and Time Zone names – now accepted as an array or vector of actual appropriate names, or Id’s</a:t>
            </a:r>
          </a:p>
          <a:p>
            <a:r>
              <a:rPr lang="en-CA" dirty="0"/>
              <a:t>Create separate functions or Boolean parameters for specific types of Regions or Places</a:t>
            </a:r>
          </a:p>
          <a:p>
            <a:r>
              <a:rPr lang="en-CA" dirty="0"/>
              <a:t>Return Data in a clean data frame</a:t>
            </a:r>
          </a:p>
          <a:p>
            <a:r>
              <a:rPr lang="en-CA" dirty="0"/>
              <a:t>Return chart maps for places and population levels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77059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2F7E-5963-80E0-3530-A0BBD29E5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 b="1" dirty="0"/>
              <a:t>Examples: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71045-AF2D-ADEB-737A-287712D8F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2"/>
            <a:ext cx="10515600" cy="5532437"/>
          </a:xfrm>
        </p:spPr>
        <p:txBody>
          <a:bodyPr/>
          <a:lstStyle/>
          <a:p>
            <a:r>
              <a:rPr lang="en-CA" dirty="0"/>
              <a:t>The wrapped function for the API endpoint example earlier would be: </a:t>
            </a:r>
          </a:p>
          <a:p>
            <a:pPr marL="0" indent="0">
              <a:buNone/>
            </a:pPr>
            <a:r>
              <a:rPr lang="en-CA" b="1" dirty="0" err="1"/>
              <a:t>GEO.FindIslands.NearPlace</a:t>
            </a:r>
            <a:r>
              <a:rPr lang="en-CA" b="1" dirty="0"/>
              <a:t>(place = “UBC Vancouver”, </a:t>
            </a:r>
            <a:r>
              <a:rPr lang="en-CA" b="1" dirty="0" err="1"/>
              <a:t>excludeCountries</a:t>
            </a:r>
            <a:r>
              <a:rPr lang="en-CA" b="1" dirty="0"/>
              <a:t> = c(“Canada”, “United States”), radius = 1200, inhabited = TRUE)</a:t>
            </a:r>
          </a:p>
          <a:p>
            <a:r>
              <a:rPr lang="en-CA" dirty="0" err="1"/>
              <a:t>GEO.FindCities</a:t>
            </a:r>
            <a:r>
              <a:rPr lang="en-CA" dirty="0"/>
              <a:t>(Regions = vector of regions names, </a:t>
            </a:r>
            <a:r>
              <a:rPr lang="en-CA" dirty="0" err="1"/>
              <a:t>nearLocation</a:t>
            </a:r>
            <a:r>
              <a:rPr lang="en-CA" dirty="0"/>
              <a:t> = name of a place, Countries = vector of countries………………….)</a:t>
            </a:r>
          </a:p>
          <a:p>
            <a:r>
              <a:rPr lang="en-CA" dirty="0" err="1"/>
              <a:t>GEO.Distance.Between</a:t>
            </a:r>
            <a:r>
              <a:rPr lang="en-CA" dirty="0"/>
              <a:t>(from = name of place , to = name of place)</a:t>
            </a:r>
          </a:p>
          <a:p>
            <a:r>
              <a:rPr lang="en-CA" dirty="0" err="1"/>
              <a:t>GEO.FindRegions</a:t>
            </a:r>
            <a:r>
              <a:rPr lang="en-CA" dirty="0"/>
              <a:t>(…………….)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AND MORE!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2014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93F6C-9493-2E24-CE9E-7883851E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7200" b="1" dirty="0"/>
              <a:t>EXTRAS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053C0-60E6-56C5-1071-CAA9366B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15411"/>
          </a:xfrm>
        </p:spPr>
        <p:txBody>
          <a:bodyPr/>
          <a:lstStyle/>
          <a:p>
            <a:r>
              <a:rPr lang="en-CA" sz="4800" dirty="0"/>
              <a:t>Functions to extract the population density of any named place, or any geographical area (not provided by GEO </a:t>
            </a:r>
            <a:r>
              <a:rPr lang="en-CA" sz="4800" dirty="0" err="1"/>
              <a:t>db</a:t>
            </a:r>
            <a:r>
              <a:rPr lang="en-CA" sz="4800" dirty="0"/>
              <a:t> </a:t>
            </a:r>
            <a:r>
              <a:rPr lang="en-CA" sz="4800" dirty="0" err="1"/>
              <a:t>api</a:t>
            </a:r>
            <a:r>
              <a:rPr lang="en-CA" sz="4800" dirty="0"/>
              <a:t>)</a:t>
            </a:r>
          </a:p>
          <a:p>
            <a:r>
              <a:rPr lang="en-CA" sz="4800" dirty="0"/>
              <a:t>Charts and maps for visualizing populations, densities and more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2441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B7624-E667-32D6-2E09-EC27F6C50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6" r="2924" b="1"/>
          <a:stretch>
            <a:fillRect/>
          </a:stretch>
        </p:blipFill>
        <p:spPr>
          <a:xfrm>
            <a:off x="-3047" y="28073"/>
            <a:ext cx="12192017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61221-89E5-D190-9E1C-1DE1B8FA5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1421" y="-1562715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3800" b="1" dirty="0"/>
              <a:t>CHARTS</a:t>
            </a:r>
          </a:p>
        </p:txBody>
      </p:sp>
    </p:spTree>
    <p:extLst>
      <p:ext uri="{BB962C8B-B14F-4D97-AF65-F5344CB8AC3E}">
        <p14:creationId xmlns:p14="http://schemas.microsoft.com/office/powerpoint/2010/main" val="2316347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492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GeoDB-R</vt:lpstr>
      <vt:lpstr>Several API endpoints to gather information:</vt:lpstr>
      <vt:lpstr>Most of the API’s are highly user-unfriendly and difficult to use:</vt:lpstr>
      <vt:lpstr>PowerPoint Presentation</vt:lpstr>
      <vt:lpstr>Our Solution</vt:lpstr>
      <vt:lpstr>Examples:</vt:lpstr>
      <vt:lpstr>EXTRAS</vt:lpstr>
      <vt:lpstr>CHARTS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Gnandt</dc:creator>
  <cp:lastModifiedBy>Andre Gnandt</cp:lastModifiedBy>
  <cp:revision>1</cp:revision>
  <dcterms:created xsi:type="dcterms:W3CDTF">2026-01-28T09:06:10Z</dcterms:created>
  <dcterms:modified xsi:type="dcterms:W3CDTF">2026-01-29T02:13:55Z</dcterms:modified>
</cp:coreProperties>
</file>