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977F2-A2FC-48AB-9F1B-D544D8E16950}" v="3" dt="2026-01-21T08:53:53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Gnandt" userId="9098d253666265ea" providerId="LiveId" clId="{BE1BF0AD-01C9-4F9E-B666-8C6372287474}"/>
    <pc:docChg chg="custSel addSld modSld">
      <pc:chgData name="Andre Gnandt" userId="9098d253666265ea" providerId="LiveId" clId="{BE1BF0AD-01C9-4F9E-B666-8C6372287474}" dt="2026-01-21T09:13:53.219" v="1950" actId="20577"/>
      <pc:docMkLst>
        <pc:docMk/>
      </pc:docMkLst>
      <pc:sldChg chg="addSp delSp modSp mod">
        <pc:chgData name="Andre Gnandt" userId="9098d253666265ea" providerId="LiveId" clId="{BE1BF0AD-01C9-4F9E-B666-8C6372287474}" dt="2026-01-21T08:57:27.913" v="421" actId="20577"/>
        <pc:sldMkLst>
          <pc:docMk/>
          <pc:sldMk cId="3386284658" sldId="256"/>
        </pc:sldMkLst>
        <pc:spChg chg="mod">
          <ac:chgData name="Andre Gnandt" userId="9098d253666265ea" providerId="LiveId" clId="{BE1BF0AD-01C9-4F9E-B666-8C6372287474}" dt="2026-01-21T08:52:44.422" v="95" actId="14100"/>
          <ac:spMkLst>
            <pc:docMk/>
            <pc:sldMk cId="3386284658" sldId="256"/>
            <ac:spMk id="2" creationId="{E1AFF80D-2AE2-74FA-9514-8E5FEE8D7860}"/>
          </ac:spMkLst>
        </pc:spChg>
        <pc:spChg chg="mod">
          <ac:chgData name="Andre Gnandt" userId="9098d253666265ea" providerId="LiveId" clId="{BE1BF0AD-01C9-4F9E-B666-8C6372287474}" dt="2026-01-21T08:52:36.397" v="89" actId="27636"/>
          <ac:spMkLst>
            <pc:docMk/>
            <pc:sldMk cId="3386284658" sldId="256"/>
            <ac:spMk id="3" creationId="{5527690D-367E-C4B8-23DB-5220C4C04ECB}"/>
          </ac:spMkLst>
        </pc:spChg>
        <pc:spChg chg="add del mod">
          <ac:chgData name="Andre Gnandt" userId="9098d253666265ea" providerId="LiveId" clId="{BE1BF0AD-01C9-4F9E-B666-8C6372287474}" dt="2026-01-21T08:52:32.038" v="86"/>
          <ac:spMkLst>
            <pc:docMk/>
            <pc:sldMk cId="3386284658" sldId="256"/>
            <ac:spMk id="4" creationId="{C4D78B61-E6C5-C9E6-17CA-BCFEE05D68C7}"/>
          </ac:spMkLst>
        </pc:spChg>
        <pc:spChg chg="add mod">
          <ac:chgData name="Andre Gnandt" userId="9098d253666265ea" providerId="LiveId" clId="{BE1BF0AD-01C9-4F9E-B666-8C6372287474}" dt="2026-01-21T08:57:27.913" v="421" actId="20577"/>
          <ac:spMkLst>
            <pc:docMk/>
            <pc:sldMk cId="3386284658" sldId="256"/>
            <ac:spMk id="5" creationId="{230DDF7B-B0AC-1E0F-030B-EDD73445A139}"/>
          </ac:spMkLst>
        </pc:spChg>
      </pc:sldChg>
      <pc:sldChg chg="addSp modSp new mod">
        <pc:chgData name="Andre Gnandt" userId="9098d253666265ea" providerId="LiveId" clId="{BE1BF0AD-01C9-4F9E-B666-8C6372287474}" dt="2026-01-21T09:13:53.219" v="1950" actId="20577"/>
        <pc:sldMkLst>
          <pc:docMk/>
          <pc:sldMk cId="336276173" sldId="257"/>
        </pc:sldMkLst>
        <pc:spChg chg="mod">
          <ac:chgData name="Andre Gnandt" userId="9098d253666265ea" providerId="LiveId" clId="{BE1BF0AD-01C9-4F9E-B666-8C6372287474}" dt="2026-01-21T09:01:54.718" v="696" actId="20577"/>
          <ac:spMkLst>
            <pc:docMk/>
            <pc:sldMk cId="336276173" sldId="257"/>
            <ac:spMk id="2" creationId="{EA4BFAEC-7D3C-8591-5CD7-C227C70DC507}"/>
          </ac:spMkLst>
        </pc:spChg>
        <pc:spChg chg="mod">
          <ac:chgData name="Andre Gnandt" userId="9098d253666265ea" providerId="LiveId" clId="{BE1BF0AD-01C9-4F9E-B666-8C6372287474}" dt="2026-01-21T09:13:53.219" v="1950" actId="20577"/>
          <ac:spMkLst>
            <pc:docMk/>
            <pc:sldMk cId="336276173" sldId="257"/>
            <ac:spMk id="3" creationId="{D1DCA672-993F-D275-4E8F-DD32CC8308F6}"/>
          </ac:spMkLst>
        </pc:spChg>
        <pc:spChg chg="add mod">
          <ac:chgData name="Andre Gnandt" userId="9098d253666265ea" providerId="LiveId" clId="{BE1BF0AD-01C9-4F9E-B666-8C6372287474}" dt="2026-01-21T09:08:57.031" v="1396" actId="20577"/>
          <ac:spMkLst>
            <pc:docMk/>
            <pc:sldMk cId="336276173" sldId="257"/>
            <ac:spMk id="4" creationId="{3EF7B583-9B8F-17FE-AF7D-4D1FC53077D2}"/>
          </ac:spMkLst>
        </pc:spChg>
      </pc:sldChg>
      <pc:sldChg chg="modSp new mod">
        <pc:chgData name="Andre Gnandt" userId="9098d253666265ea" providerId="LiveId" clId="{BE1BF0AD-01C9-4F9E-B666-8C6372287474}" dt="2026-01-21T09:13:37.889" v="1917" actId="27636"/>
        <pc:sldMkLst>
          <pc:docMk/>
          <pc:sldMk cId="60825484" sldId="258"/>
        </pc:sldMkLst>
        <pc:spChg chg="mod">
          <ac:chgData name="Andre Gnandt" userId="9098d253666265ea" providerId="LiveId" clId="{BE1BF0AD-01C9-4F9E-B666-8C6372287474}" dt="2026-01-21T09:01:33.606" v="690" actId="403"/>
          <ac:spMkLst>
            <pc:docMk/>
            <pc:sldMk cId="60825484" sldId="258"/>
            <ac:spMk id="2" creationId="{6DFB0C81-E219-E4E3-548E-360290808770}"/>
          </ac:spMkLst>
        </pc:spChg>
        <pc:spChg chg="mod">
          <ac:chgData name="Andre Gnandt" userId="9098d253666265ea" providerId="LiveId" clId="{BE1BF0AD-01C9-4F9E-B666-8C6372287474}" dt="2026-01-21T09:13:37.889" v="1917" actId="27636"/>
          <ac:spMkLst>
            <pc:docMk/>
            <pc:sldMk cId="60825484" sldId="258"/>
            <ac:spMk id="3" creationId="{EAA93609-261F-FBB6-A5FC-02C369379B9C}"/>
          </ac:spMkLst>
        </pc:spChg>
      </pc:sldChg>
      <pc:sldChg chg="modSp new mod">
        <pc:chgData name="Andre Gnandt" userId="9098d253666265ea" providerId="LiveId" clId="{BE1BF0AD-01C9-4F9E-B666-8C6372287474}" dt="2026-01-21T09:12:55.845" v="1893" actId="20577"/>
        <pc:sldMkLst>
          <pc:docMk/>
          <pc:sldMk cId="3054548008" sldId="259"/>
        </pc:sldMkLst>
        <pc:spChg chg="mod">
          <ac:chgData name="Andre Gnandt" userId="9098d253666265ea" providerId="LiveId" clId="{BE1BF0AD-01C9-4F9E-B666-8C6372287474}" dt="2026-01-21T09:09:30.292" v="1407" actId="14100"/>
          <ac:spMkLst>
            <pc:docMk/>
            <pc:sldMk cId="3054548008" sldId="259"/>
            <ac:spMk id="2" creationId="{38B4628B-8EB3-E9EB-F455-F7AAEB847B9E}"/>
          </ac:spMkLst>
        </pc:spChg>
        <pc:spChg chg="mod">
          <ac:chgData name="Andre Gnandt" userId="9098d253666265ea" providerId="LiveId" clId="{BE1BF0AD-01C9-4F9E-B666-8C6372287474}" dt="2026-01-21T09:12:55.845" v="1893" actId="20577"/>
          <ac:spMkLst>
            <pc:docMk/>
            <pc:sldMk cId="3054548008" sldId="259"/>
            <ac:spMk id="3" creationId="{542B5D9C-FA30-10AF-D7C7-D6ED3DFAECC6}"/>
          </ac:spMkLst>
        </pc:spChg>
      </pc:sldChg>
      <pc:sldChg chg="modSp new mod">
        <pc:chgData name="Andre Gnandt" userId="9098d253666265ea" providerId="LiveId" clId="{BE1BF0AD-01C9-4F9E-B666-8C6372287474}" dt="2026-01-21T09:12:21.011" v="1888" actId="1076"/>
        <pc:sldMkLst>
          <pc:docMk/>
          <pc:sldMk cId="2093209199" sldId="260"/>
        </pc:sldMkLst>
        <pc:spChg chg="mod">
          <ac:chgData name="Andre Gnandt" userId="9098d253666265ea" providerId="LiveId" clId="{BE1BF0AD-01C9-4F9E-B666-8C6372287474}" dt="2026-01-21T09:11:21.862" v="1748" actId="14100"/>
          <ac:spMkLst>
            <pc:docMk/>
            <pc:sldMk cId="2093209199" sldId="260"/>
            <ac:spMk id="2" creationId="{8B70C4F5-CC3A-3031-6A34-51077536BB0E}"/>
          </ac:spMkLst>
        </pc:spChg>
        <pc:spChg chg="mod">
          <ac:chgData name="Andre Gnandt" userId="9098d253666265ea" providerId="LiveId" clId="{BE1BF0AD-01C9-4F9E-B666-8C6372287474}" dt="2026-01-21T09:12:21.011" v="1888" actId="1076"/>
          <ac:spMkLst>
            <pc:docMk/>
            <pc:sldMk cId="2093209199" sldId="260"/>
            <ac:spMk id="3" creationId="{82E62C18-AD31-8011-908A-80B4A9FE30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5286-8EEF-F140-7EBF-ACE34AE0E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78E35-E55B-38A9-D8F2-C7B830243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9EF7F-DD50-FB84-7F18-89B7A5DF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7B2DF-F84D-2CE5-4EC7-BC679305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92426-A809-51CB-AB47-36E3D954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54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611C-B410-D9EC-B4D0-5DF221C3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4282-928F-2B0D-1C0F-3B844BE19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556C-5157-C4B5-CD90-63A7E381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92CC-490B-DC08-8636-8AD57601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6A57-B8AF-C394-850B-79BBAFD8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56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1F70-21C1-34A4-4CA0-B656D44F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EE24-0A44-9568-E08F-A459A016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7A1A-8325-FFB6-F84B-1924D9AC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B44C3-3E0E-9A95-0337-00FA94C8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EE7EA-40C9-E8F2-C6B7-9CB652B4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50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7348-A776-4565-0616-1E8B80BB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48D3-AF13-DD5A-B8F1-A0555D344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12EE5-4400-7D0B-4D42-48B429627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84E9E-327E-0A1D-9172-8178F76C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96AD9-70AF-C2FC-DAB7-F31D33BC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E6388-B9C7-80B7-2130-7228FD09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37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D2DC-B350-D91A-5F61-F8859189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0287A-B00D-642C-F764-42FC9BF7D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A3AC3-34E9-C9F4-BB45-5CAA9CEB3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8ED49-F56A-A1D0-B601-870AF85F0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D6785-CC97-7E6E-68D5-1D7C6E737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9F2D8-0C31-39E0-8B6E-1ED522E7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9F6AE-1B9B-C74D-0FC9-7C6FC226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FB54D-3D9D-2E82-AC92-8210317B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688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C29E-0D5A-858E-9067-43F5FB66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67521-58B6-2428-2E4C-36CAE7FC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433AB-3652-E4F3-00A4-83CAFCE2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B6881-44F5-7BC8-8CB0-97910D2A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6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63AD7-D3FE-33D1-BC19-59B66611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FE6B5-BA1A-D61C-45AF-911571DF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2754A-D34B-2FBA-E7BA-547BF023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403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A382-4103-9797-3907-3A77E64B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BB86-2F11-CCC0-43A2-8DAD2F7D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EBC24-4C85-E691-0008-DE877D92E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AF74-9DA2-3759-816F-BEB1026C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E878C-D23D-0901-7D44-89C8C684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A15CD-BF2B-DD8B-B989-8FF2C020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82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B261-5192-7A42-20B4-EAD9DEB4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B2849-55D4-428E-712E-0B1084BC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9C717-750A-93E1-BDC8-5B044969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3AA5-3CDF-F2AF-978D-BE1E1D81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BCE02-72A2-8F5B-A9FB-8293855F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88B58-DCD4-DD3B-7AAE-6A90CB77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965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DEE3-F1A2-AE31-6422-B1C07AD5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15D07-7FFE-4F9C-ECAC-107222C5C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8EAF0-60AA-83C9-32AA-50D2CEBF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8F71-6692-2CD3-2968-C4B22782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3045-B628-B7B3-4905-167A0362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11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EBD1-0DA3-F524-6146-320FE1AD8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9DA02-9F4D-B9A1-33E5-EC1D6CAE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F35C5-AA39-88C5-82FD-2BEC03F5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4507-842D-F768-00DB-3A9F2A91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E06B-A3ED-A062-EF0A-896DA72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78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17F1B-42FB-12E1-B38C-B935E490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5FD76-C04A-5BC0-0D17-0A12F7D6A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DEC5F-F71F-5F25-91EB-19D0BE41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C3253-4CED-9816-E124-228D1CF2F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F9581-5D8F-0611-819E-83CD2581C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78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F80D-2AE2-74FA-9514-8E5FEE8D7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55762"/>
          </a:xfrm>
        </p:spPr>
        <p:txBody>
          <a:bodyPr>
            <a:normAutofit/>
          </a:bodyPr>
          <a:lstStyle/>
          <a:p>
            <a:r>
              <a:rPr lang="en-CA" sz="8800" dirty="0" err="1"/>
              <a:t>OpenMeteoR</a:t>
            </a:r>
            <a:endParaRPr lang="en-CA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7690D-367E-C4B8-23DB-5220C4C04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79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CA" sz="3200" b="1" dirty="0"/>
              <a:t>Andre Gnandt</a:t>
            </a:r>
          </a:p>
          <a:p>
            <a:pPr algn="l"/>
            <a:r>
              <a:rPr lang="en-CA" sz="3200" b="1" dirty="0"/>
              <a:t>Manpreet Singh</a:t>
            </a:r>
          </a:p>
          <a:p>
            <a:pPr algn="l"/>
            <a:r>
              <a:rPr lang="en-CA" sz="3200" b="1" dirty="0"/>
              <a:t>Yihang Wang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DDF7B-B0AC-1E0F-030B-EDD73445A139}"/>
              </a:ext>
            </a:extLst>
          </p:cNvPr>
          <p:cNvSpPr txBox="1"/>
          <p:nvPr/>
        </p:nvSpPr>
        <p:spPr>
          <a:xfrm>
            <a:off x="1524000" y="1424929"/>
            <a:ext cx="8747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/>
              <a:t>An R wrapper for the Open-</a:t>
            </a:r>
            <a:r>
              <a:rPr lang="en-CA" sz="3200" dirty="0" err="1"/>
              <a:t>Meteo</a:t>
            </a:r>
            <a:r>
              <a:rPr lang="en-CA" sz="3200" dirty="0"/>
              <a:t> API’s: https://open-meteo.com/</a:t>
            </a:r>
          </a:p>
        </p:txBody>
      </p:sp>
    </p:spTree>
    <p:extLst>
      <p:ext uri="{BB962C8B-B14F-4D97-AF65-F5344CB8AC3E}">
        <p14:creationId xmlns:p14="http://schemas.microsoft.com/office/powerpoint/2010/main" val="338628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FAEC-7D3C-8591-5CD7-C227C70D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3635"/>
          </a:xfrm>
        </p:spPr>
        <p:txBody>
          <a:bodyPr>
            <a:normAutofit/>
          </a:bodyPr>
          <a:lstStyle/>
          <a:p>
            <a:pPr algn="ctr"/>
            <a:r>
              <a:rPr lang="en-CA" sz="5400" b="1" dirty="0"/>
              <a:t>Challenges when using these </a:t>
            </a:r>
            <a:r>
              <a:rPr lang="en-CA" sz="5400" b="1" dirty="0" err="1"/>
              <a:t>api’s</a:t>
            </a:r>
            <a:r>
              <a:rPr lang="en-CA" sz="54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A672-993F-D275-4E8F-DD32CC83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036320"/>
            <a:ext cx="10515600" cy="19949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4000" b="1" dirty="0"/>
              <a:t>3 different endpoints to obtain weather data based on date ranges:</a:t>
            </a:r>
          </a:p>
          <a:p>
            <a:pPr marL="514350" indent="-514350">
              <a:buAutoNum type="arabicPeriod"/>
            </a:pPr>
            <a:r>
              <a:rPr lang="en-CA" sz="2000" dirty="0"/>
              <a:t>Historical Weather (1940 – present)</a:t>
            </a:r>
          </a:p>
          <a:p>
            <a:pPr marL="514350" indent="-514350">
              <a:buAutoNum type="arabicPeriod"/>
            </a:pPr>
            <a:r>
              <a:rPr lang="en-CA" sz="2000" dirty="0"/>
              <a:t>Current Forecast (present – 14 days)</a:t>
            </a:r>
          </a:p>
          <a:p>
            <a:pPr marL="0" indent="0">
              <a:buNone/>
            </a:pPr>
            <a:r>
              <a:rPr lang="en-CA" sz="2000" dirty="0"/>
              <a:t>3.      Predicting Future Weather (14 days – 35 days)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7B583-9B8F-17FE-AF7D-4D1FC53077D2}"/>
              </a:ext>
            </a:extLst>
          </p:cNvPr>
          <p:cNvSpPr txBox="1"/>
          <p:nvPr/>
        </p:nvSpPr>
        <p:spPr>
          <a:xfrm>
            <a:off x="1114816" y="3031300"/>
            <a:ext cx="102389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Limited and difficult input parameters:</a:t>
            </a:r>
          </a:p>
          <a:p>
            <a:r>
              <a:rPr lang="en-CA" sz="2000" dirty="0"/>
              <a:t>Location – only accepts one location in longitude and latitude</a:t>
            </a:r>
          </a:p>
          <a:p>
            <a:r>
              <a:rPr lang="en-CA" sz="2000" dirty="0"/>
              <a:t>Date Ranges – Can only be in the past, current forecast, or future (but not many)</a:t>
            </a:r>
          </a:p>
          <a:p>
            <a:r>
              <a:rPr lang="en-CA" sz="2000" dirty="0"/>
              <a:t>Stats – Limited to fixed time periods</a:t>
            </a:r>
          </a:p>
          <a:p>
            <a:endParaRPr lang="en-CA" sz="2000" dirty="0"/>
          </a:p>
          <a:p>
            <a:r>
              <a:rPr lang="en-CA" sz="4000" b="1" dirty="0"/>
              <a:t>MORE</a:t>
            </a:r>
          </a:p>
          <a:p>
            <a:r>
              <a:rPr lang="en-CA" sz="2000" dirty="0"/>
              <a:t>JSON returned data – harder and messier to work with than a </a:t>
            </a:r>
            <a:r>
              <a:rPr lang="en-CA" sz="2000" dirty="0" err="1"/>
              <a:t>dataframe</a:t>
            </a:r>
            <a:r>
              <a:rPr lang="en-CA" sz="2000" dirty="0"/>
              <a:t> is</a:t>
            </a: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3627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0C81-E219-E4E3-548E-36029080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3609-261F-FBB6-A5FC-02C369379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4"/>
            <a:ext cx="10515600" cy="5169535"/>
          </a:xfrm>
        </p:spPr>
        <p:txBody>
          <a:bodyPr>
            <a:normAutofit/>
          </a:bodyPr>
          <a:lstStyle/>
          <a:p>
            <a:r>
              <a:rPr lang="en-CA" dirty="0"/>
              <a:t>A catch all function </a:t>
            </a:r>
            <a:r>
              <a:rPr lang="en-CA" b="1" dirty="0" err="1"/>
              <a:t>weather.range</a:t>
            </a:r>
            <a:r>
              <a:rPr lang="en-CA" b="1" dirty="0"/>
              <a:t>(charts, </a:t>
            </a:r>
            <a:r>
              <a:rPr lang="en-CA" b="1" dirty="0" err="1"/>
              <a:t>rangeStart</a:t>
            </a:r>
            <a:r>
              <a:rPr lang="en-CA" b="1" dirty="0"/>
              <a:t>, </a:t>
            </a:r>
            <a:r>
              <a:rPr lang="en-CA" b="1" dirty="0" err="1"/>
              <a:t>rangeEnd</a:t>
            </a:r>
            <a:r>
              <a:rPr lang="en-CA" b="1" dirty="0"/>
              <a:t>, interval, locations = [], metrics = [], stats = [], </a:t>
            </a:r>
            <a:r>
              <a:rPr lang="en-CA" b="1" dirty="0" err="1"/>
              <a:t>stat_interval</a:t>
            </a:r>
            <a:r>
              <a:rPr lang="en-CA" b="1" dirty="0"/>
              <a:t>, </a:t>
            </a:r>
            <a:r>
              <a:rPr lang="en-CA" b="1" dirty="0" err="1"/>
              <a:t>timezone</a:t>
            </a:r>
            <a:r>
              <a:rPr lang="en-CA" b="1" dirty="0"/>
              <a:t>) </a:t>
            </a:r>
            <a:r>
              <a:rPr lang="en-CA" dirty="0"/>
              <a:t>to wrap all 3 of the endpoints into one, returning the weather data over any time range as a clean data frame.</a:t>
            </a:r>
          </a:p>
          <a:p>
            <a:r>
              <a:rPr lang="en-CA" dirty="0"/>
              <a:t>Allows multiple input locations and in address, city or long/</a:t>
            </a:r>
            <a:r>
              <a:rPr lang="en-CA" dirty="0" err="1"/>
              <a:t>lat</a:t>
            </a:r>
            <a:r>
              <a:rPr lang="en-CA" dirty="0"/>
              <a:t> format</a:t>
            </a:r>
          </a:p>
          <a:p>
            <a:r>
              <a:rPr lang="en-CA" dirty="0"/>
              <a:t>Allows any stat ranges</a:t>
            </a:r>
          </a:p>
          <a:p>
            <a:r>
              <a:rPr lang="en-CA" dirty="0"/>
              <a:t>Allows time ranges to be any combination of past, current or future dates</a:t>
            </a:r>
          </a:p>
          <a:p>
            <a:r>
              <a:rPr lang="en-CA" dirty="0"/>
              <a:t>Much easier to use function params than endpoint params </a:t>
            </a:r>
          </a:p>
        </p:txBody>
      </p:sp>
    </p:spTree>
    <p:extLst>
      <p:ext uri="{BB962C8B-B14F-4D97-AF65-F5344CB8AC3E}">
        <p14:creationId xmlns:p14="http://schemas.microsoft.com/office/powerpoint/2010/main" val="6082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628B-8EB3-E9EB-F455-F7AAEB84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835"/>
          </a:xfrm>
        </p:spPr>
        <p:txBody>
          <a:bodyPr>
            <a:normAutofit/>
          </a:bodyPr>
          <a:lstStyle/>
          <a:p>
            <a:pPr algn="ctr"/>
            <a:r>
              <a:rPr lang="en-CA" sz="4800" b="1" dirty="0"/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5D9C-FA30-10AF-D7C7-D6ED3DFA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en-CA" dirty="0"/>
              <a:t>Simplified versions of the catch all date range function will be provided, like </a:t>
            </a:r>
            <a:r>
              <a:rPr lang="en-CA" b="1" dirty="0" err="1"/>
              <a:t>weather.forecast</a:t>
            </a:r>
            <a:r>
              <a:rPr lang="en-CA" b="1" dirty="0"/>
              <a:t>() </a:t>
            </a:r>
            <a:r>
              <a:rPr lang="en-CA" dirty="0"/>
              <a:t>to only get weather data within the next 14 days, or </a:t>
            </a:r>
            <a:r>
              <a:rPr lang="en-CA" b="1" dirty="0" err="1"/>
              <a:t>weather.forecast.medians</a:t>
            </a:r>
            <a:r>
              <a:rPr lang="en-CA" b="1" dirty="0"/>
              <a:t>() </a:t>
            </a:r>
            <a:r>
              <a:rPr lang="en-CA" dirty="0"/>
              <a:t>and more</a:t>
            </a:r>
          </a:p>
          <a:p>
            <a:r>
              <a:rPr lang="en-CA" dirty="0"/>
              <a:t>Simple functions like </a:t>
            </a:r>
            <a:r>
              <a:rPr lang="en-CA" b="1" dirty="0" err="1"/>
              <a:t>next.snow.day</a:t>
            </a:r>
            <a:r>
              <a:rPr lang="en-CA" b="1" dirty="0"/>
              <a:t>()</a:t>
            </a:r>
            <a:r>
              <a:rPr lang="en-CA" dirty="0"/>
              <a:t>,</a:t>
            </a:r>
            <a:r>
              <a:rPr lang="en-CA" b="1" dirty="0"/>
              <a:t> </a:t>
            </a:r>
            <a:r>
              <a:rPr lang="en-CA" dirty="0"/>
              <a:t>to get the next day that will snow, or the number of sunny days in the next few weeks</a:t>
            </a:r>
          </a:p>
        </p:txBody>
      </p:sp>
    </p:spTree>
    <p:extLst>
      <p:ext uri="{BB962C8B-B14F-4D97-AF65-F5344CB8AC3E}">
        <p14:creationId xmlns:p14="http://schemas.microsoft.com/office/powerpoint/2010/main" val="305454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C4F5-CC3A-3031-6A34-51077536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pPr algn="ctr"/>
            <a:r>
              <a:rPr lang="en-CA" b="1" dirty="0"/>
              <a:t>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2C18-AD31-8011-908A-80B4A9FE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6806"/>
            <a:ext cx="10515600" cy="998538"/>
          </a:xfrm>
        </p:spPr>
        <p:txBody>
          <a:bodyPr/>
          <a:lstStyle/>
          <a:p>
            <a:r>
              <a:rPr lang="en-CA" dirty="0"/>
              <a:t>Many of the functions will provide the option to return a chart to visualize the returned weather data for some of the metrics</a:t>
            </a:r>
          </a:p>
        </p:txBody>
      </p:sp>
    </p:spTree>
    <p:extLst>
      <p:ext uri="{BB962C8B-B14F-4D97-AF65-F5344CB8AC3E}">
        <p14:creationId xmlns:p14="http://schemas.microsoft.com/office/powerpoint/2010/main" val="209320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314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OpenMeteoR</vt:lpstr>
      <vt:lpstr>Challenges when using these api’s:</vt:lpstr>
      <vt:lpstr>Our Solution</vt:lpstr>
      <vt:lpstr>EXTRAS</vt:lpstr>
      <vt:lpstr>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Gnandt</dc:creator>
  <cp:lastModifiedBy>Andre Gnandt</cp:lastModifiedBy>
  <cp:revision>1</cp:revision>
  <dcterms:created xsi:type="dcterms:W3CDTF">2026-01-21T08:48:54Z</dcterms:created>
  <dcterms:modified xsi:type="dcterms:W3CDTF">2026-01-21T09:14:29Z</dcterms:modified>
</cp:coreProperties>
</file>